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73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ga Shashank" userId="d9288b1565e02af5" providerId="LiveId" clId="{91ED3C43-599C-45D9-B8BE-500491248CD8}"/>
    <pc:docChg chg="undo custSel modSld">
      <pc:chgData name="Boga Shashank" userId="d9288b1565e02af5" providerId="LiveId" clId="{91ED3C43-599C-45D9-B8BE-500491248CD8}" dt="2026-09-30T16:25:26.834" v="354" actId="20577"/>
      <pc:docMkLst>
        <pc:docMk/>
      </pc:docMkLst>
      <pc:sldChg chg="modSp mod">
        <pc:chgData name="Boga Shashank" userId="d9288b1565e02af5" providerId="LiveId" clId="{91ED3C43-599C-45D9-B8BE-500491248CD8}" dt="2026-09-30T16:04:12.655" v="162" actId="20577"/>
        <pc:sldMkLst>
          <pc:docMk/>
          <pc:sldMk cId="0" sldId="256"/>
        </pc:sldMkLst>
        <pc:spChg chg="mod">
          <ac:chgData name="Boga Shashank" userId="d9288b1565e02af5" providerId="LiveId" clId="{91ED3C43-599C-45D9-B8BE-500491248CD8}" dt="2026-09-30T16:03:23.694" v="72" actId="20577"/>
          <ac:spMkLst>
            <pc:docMk/>
            <pc:sldMk cId="0" sldId="256"/>
            <ac:spMk id="32" creationId="{00000000-0000-0000-0000-000000000000}"/>
          </ac:spMkLst>
        </pc:spChg>
        <pc:spChg chg="mod">
          <ac:chgData name="Boga Shashank" userId="d9288b1565e02af5" providerId="LiveId" clId="{91ED3C43-599C-45D9-B8BE-500491248CD8}" dt="2026-09-30T16:03:50.486" v="114" actId="20577"/>
          <ac:spMkLst>
            <pc:docMk/>
            <pc:sldMk cId="0" sldId="256"/>
            <ac:spMk id="34" creationId="{00000000-0000-0000-0000-000000000000}"/>
          </ac:spMkLst>
        </pc:spChg>
        <pc:spChg chg="mod">
          <ac:chgData name="Boga Shashank" userId="d9288b1565e02af5" providerId="LiveId" clId="{91ED3C43-599C-45D9-B8BE-500491248CD8}" dt="2026-09-30T16:04:01.788" v="140" actId="20577"/>
          <ac:spMkLst>
            <pc:docMk/>
            <pc:sldMk cId="0" sldId="256"/>
            <ac:spMk id="35" creationId="{00000000-0000-0000-0000-000000000000}"/>
          </ac:spMkLst>
        </pc:spChg>
        <pc:spChg chg="mod">
          <ac:chgData name="Boga Shashank" userId="d9288b1565e02af5" providerId="LiveId" clId="{91ED3C43-599C-45D9-B8BE-500491248CD8}" dt="2026-09-30T16:04:12.655" v="162" actId="20577"/>
          <ac:spMkLst>
            <pc:docMk/>
            <pc:sldMk cId="0" sldId="256"/>
            <ac:spMk id="36" creationId="{00000000-0000-0000-0000-000000000000}"/>
          </ac:spMkLst>
        </pc:spChg>
      </pc:sldChg>
      <pc:sldChg chg="modSp mod">
        <pc:chgData name="Boga Shashank" userId="d9288b1565e02af5" providerId="LiveId" clId="{91ED3C43-599C-45D9-B8BE-500491248CD8}" dt="2026-09-30T16:04:33.304" v="165" actId="1036"/>
        <pc:sldMkLst>
          <pc:docMk/>
          <pc:sldMk cId="0" sldId="257"/>
        </pc:sldMkLst>
        <pc:spChg chg="mod">
          <ac:chgData name="Boga Shashank" userId="d9288b1565e02af5" providerId="LiveId" clId="{91ED3C43-599C-45D9-B8BE-500491248CD8}" dt="2026-09-30T16:04:27.095" v="163" actId="1076"/>
          <ac:spMkLst>
            <pc:docMk/>
            <pc:sldMk cId="0" sldId="257"/>
            <ac:spMk id="23" creationId="{00000000-0000-0000-0000-000000000000}"/>
          </ac:spMkLst>
        </pc:spChg>
        <pc:picChg chg="mod">
          <ac:chgData name="Boga Shashank" userId="d9288b1565e02af5" providerId="LiveId" clId="{91ED3C43-599C-45D9-B8BE-500491248CD8}" dt="2026-09-30T16:04:33.304" v="165" actId="1036"/>
          <ac:picMkLst>
            <pc:docMk/>
            <pc:sldMk cId="0" sldId="257"/>
            <ac:picMk id="3" creationId="{00000000-0000-0000-0000-000000000000}"/>
          </ac:picMkLst>
        </pc:picChg>
      </pc:sldChg>
      <pc:sldChg chg="delSp modSp mod">
        <pc:chgData name="Boga Shashank" userId="d9288b1565e02af5" providerId="LiveId" clId="{91ED3C43-599C-45D9-B8BE-500491248CD8}" dt="2026-09-30T16:05:13.554" v="171" actId="14100"/>
        <pc:sldMkLst>
          <pc:docMk/>
          <pc:sldMk cId="0" sldId="260"/>
        </pc:sldMkLst>
        <pc:spChg chg="del">
          <ac:chgData name="Boga Shashank" userId="d9288b1565e02af5" providerId="LiveId" clId="{91ED3C43-599C-45D9-B8BE-500491248CD8}" dt="2026-09-30T16:04:42.434" v="166" actId="478"/>
          <ac:spMkLst>
            <pc:docMk/>
            <pc:sldMk cId="0" sldId="260"/>
            <ac:spMk id="14" creationId="{00000000-0000-0000-0000-000000000000}"/>
          </ac:spMkLst>
        </pc:spChg>
        <pc:spChg chg="del">
          <ac:chgData name="Boga Shashank" userId="d9288b1565e02af5" providerId="LiveId" clId="{91ED3C43-599C-45D9-B8BE-500491248CD8}" dt="2026-09-30T16:04:43.561" v="167" actId="478"/>
          <ac:spMkLst>
            <pc:docMk/>
            <pc:sldMk cId="0" sldId="260"/>
            <ac:spMk id="19" creationId="{00000000-0000-0000-0000-000000000000}"/>
          </ac:spMkLst>
        </pc:spChg>
        <pc:spChg chg="mod">
          <ac:chgData name="Boga Shashank" userId="d9288b1565e02af5" providerId="LiveId" clId="{91ED3C43-599C-45D9-B8BE-500491248CD8}" dt="2026-09-30T16:05:07.425" v="170" actId="14100"/>
          <ac:spMkLst>
            <pc:docMk/>
            <pc:sldMk cId="0" sldId="260"/>
            <ac:spMk id="30" creationId="{00000000-0000-0000-0000-000000000000}"/>
          </ac:spMkLst>
        </pc:spChg>
        <pc:spChg chg="mod">
          <ac:chgData name="Boga Shashank" userId="d9288b1565e02af5" providerId="LiveId" clId="{91ED3C43-599C-45D9-B8BE-500491248CD8}" dt="2026-09-30T16:05:01.194" v="169" actId="14100"/>
          <ac:spMkLst>
            <pc:docMk/>
            <pc:sldMk cId="0" sldId="260"/>
            <ac:spMk id="31" creationId="{00000000-0000-0000-0000-000000000000}"/>
          </ac:spMkLst>
        </pc:spChg>
        <pc:picChg chg="mod">
          <ac:chgData name="Boga Shashank" userId="d9288b1565e02af5" providerId="LiveId" clId="{91ED3C43-599C-45D9-B8BE-500491248CD8}" dt="2026-09-30T16:05:13.554" v="171" actId="14100"/>
          <ac:picMkLst>
            <pc:docMk/>
            <pc:sldMk cId="0" sldId="260"/>
            <ac:picMk id="29" creationId="{00000000-0000-0000-0000-000000000000}"/>
          </ac:picMkLst>
        </pc:picChg>
      </pc:sldChg>
      <pc:sldChg chg="delSp modSp mod">
        <pc:chgData name="Boga Shashank" userId="d9288b1565e02af5" providerId="LiveId" clId="{91ED3C43-599C-45D9-B8BE-500491248CD8}" dt="2026-09-30T16:07:46.604" v="209" actId="478"/>
        <pc:sldMkLst>
          <pc:docMk/>
          <pc:sldMk cId="0" sldId="262"/>
        </pc:sldMkLst>
        <pc:spChg chg="del">
          <ac:chgData name="Boga Shashank" userId="d9288b1565e02af5" providerId="LiveId" clId="{91ED3C43-599C-45D9-B8BE-500491248CD8}" dt="2026-09-30T16:06:23.334" v="196" actId="478"/>
          <ac:spMkLst>
            <pc:docMk/>
            <pc:sldMk cId="0" sldId="262"/>
            <ac:spMk id="28" creationId="{00000000-0000-0000-0000-000000000000}"/>
          </ac:spMkLst>
        </pc:spChg>
        <pc:spChg chg="mod">
          <ac:chgData name="Boga Shashank" userId="d9288b1565e02af5" providerId="LiveId" clId="{91ED3C43-599C-45D9-B8BE-500491248CD8}" dt="2026-09-30T16:06:25.794" v="197" actId="20577"/>
          <ac:spMkLst>
            <pc:docMk/>
            <pc:sldMk cId="0" sldId="262"/>
            <ac:spMk id="29" creationId="{00000000-0000-0000-0000-000000000000}"/>
          </ac:spMkLst>
        </pc:spChg>
        <pc:spChg chg="del">
          <ac:chgData name="Boga Shashank" userId="d9288b1565e02af5" providerId="LiveId" clId="{91ED3C43-599C-45D9-B8BE-500491248CD8}" dt="2026-09-30T16:05:27.963" v="173" actId="478"/>
          <ac:spMkLst>
            <pc:docMk/>
            <pc:sldMk cId="0" sldId="262"/>
            <ac:spMk id="30" creationId="{00000000-0000-0000-0000-000000000000}"/>
          </ac:spMkLst>
        </pc:spChg>
        <pc:spChg chg="mod">
          <ac:chgData name="Boga Shashank" userId="d9288b1565e02af5" providerId="LiveId" clId="{91ED3C43-599C-45D9-B8BE-500491248CD8}" dt="2026-09-30T16:06:29.105" v="198" actId="20577"/>
          <ac:spMkLst>
            <pc:docMk/>
            <pc:sldMk cId="0" sldId="262"/>
            <ac:spMk id="31" creationId="{00000000-0000-0000-0000-000000000000}"/>
          </ac:spMkLst>
        </pc:spChg>
        <pc:spChg chg="del">
          <ac:chgData name="Boga Shashank" userId="d9288b1565e02af5" providerId="LiveId" clId="{91ED3C43-599C-45D9-B8BE-500491248CD8}" dt="2026-09-30T16:05:30.988" v="176" actId="478"/>
          <ac:spMkLst>
            <pc:docMk/>
            <pc:sldMk cId="0" sldId="262"/>
            <ac:spMk id="32" creationId="{00000000-0000-0000-0000-000000000000}"/>
          </ac:spMkLst>
        </pc:spChg>
        <pc:spChg chg="mod">
          <ac:chgData name="Boga Shashank" userId="d9288b1565e02af5" providerId="LiveId" clId="{91ED3C43-599C-45D9-B8BE-500491248CD8}" dt="2026-09-30T16:06:32.034" v="199" actId="20577"/>
          <ac:spMkLst>
            <pc:docMk/>
            <pc:sldMk cId="0" sldId="262"/>
            <ac:spMk id="33" creationId="{00000000-0000-0000-0000-000000000000}"/>
          </ac:spMkLst>
        </pc:spChg>
        <pc:spChg chg="del">
          <ac:chgData name="Boga Shashank" userId="d9288b1565e02af5" providerId="LiveId" clId="{91ED3C43-599C-45D9-B8BE-500491248CD8}" dt="2026-09-30T16:05:29.967" v="175" actId="478"/>
          <ac:spMkLst>
            <pc:docMk/>
            <pc:sldMk cId="0" sldId="262"/>
            <ac:spMk id="34" creationId="{00000000-0000-0000-0000-000000000000}"/>
          </ac:spMkLst>
        </pc:spChg>
        <pc:spChg chg="mod">
          <ac:chgData name="Boga Shashank" userId="d9288b1565e02af5" providerId="LiveId" clId="{91ED3C43-599C-45D9-B8BE-500491248CD8}" dt="2026-09-30T16:06:34.814" v="200" actId="20577"/>
          <ac:spMkLst>
            <pc:docMk/>
            <pc:sldMk cId="0" sldId="262"/>
            <ac:spMk id="35" creationId="{00000000-0000-0000-0000-000000000000}"/>
          </ac:spMkLst>
        </pc:spChg>
        <pc:spChg chg="del">
          <ac:chgData name="Boga Shashank" userId="d9288b1565e02af5" providerId="LiveId" clId="{91ED3C43-599C-45D9-B8BE-500491248CD8}" dt="2026-09-30T16:05:32.844" v="177" actId="478"/>
          <ac:spMkLst>
            <pc:docMk/>
            <pc:sldMk cId="0" sldId="262"/>
            <ac:spMk id="43" creationId="{00000000-0000-0000-0000-000000000000}"/>
          </ac:spMkLst>
        </pc:spChg>
        <pc:spChg chg="mod">
          <ac:chgData name="Boga Shashank" userId="d9288b1565e02af5" providerId="LiveId" clId="{91ED3C43-599C-45D9-B8BE-500491248CD8}" dt="2026-09-30T16:05:57.041" v="191" actId="20577"/>
          <ac:spMkLst>
            <pc:docMk/>
            <pc:sldMk cId="0" sldId="262"/>
            <ac:spMk id="44" creationId="{00000000-0000-0000-0000-000000000000}"/>
          </ac:spMkLst>
        </pc:spChg>
        <pc:spChg chg="del">
          <ac:chgData name="Boga Shashank" userId="d9288b1565e02af5" providerId="LiveId" clId="{91ED3C43-599C-45D9-B8BE-500491248CD8}" dt="2026-09-30T16:05:33.495" v="178" actId="478"/>
          <ac:spMkLst>
            <pc:docMk/>
            <pc:sldMk cId="0" sldId="262"/>
            <ac:spMk id="45" creationId="{00000000-0000-0000-0000-000000000000}"/>
          </ac:spMkLst>
        </pc:spChg>
        <pc:spChg chg="mod">
          <ac:chgData name="Boga Shashank" userId="d9288b1565e02af5" providerId="LiveId" clId="{91ED3C43-599C-45D9-B8BE-500491248CD8}" dt="2026-09-30T16:05:58.779" v="192" actId="20577"/>
          <ac:spMkLst>
            <pc:docMk/>
            <pc:sldMk cId="0" sldId="262"/>
            <ac:spMk id="46" creationId="{00000000-0000-0000-0000-000000000000}"/>
          </ac:spMkLst>
        </pc:spChg>
        <pc:spChg chg="del">
          <ac:chgData name="Boga Shashank" userId="d9288b1565e02af5" providerId="LiveId" clId="{91ED3C43-599C-45D9-B8BE-500491248CD8}" dt="2026-09-30T16:05:36.296" v="180" actId="478"/>
          <ac:spMkLst>
            <pc:docMk/>
            <pc:sldMk cId="0" sldId="262"/>
            <ac:spMk id="47" creationId="{00000000-0000-0000-0000-000000000000}"/>
          </ac:spMkLst>
        </pc:spChg>
        <pc:spChg chg="mod">
          <ac:chgData name="Boga Shashank" userId="d9288b1565e02af5" providerId="LiveId" clId="{91ED3C43-599C-45D9-B8BE-500491248CD8}" dt="2026-09-30T16:06:02.584" v="194" actId="20577"/>
          <ac:spMkLst>
            <pc:docMk/>
            <pc:sldMk cId="0" sldId="262"/>
            <ac:spMk id="48" creationId="{00000000-0000-0000-0000-000000000000}"/>
          </ac:spMkLst>
        </pc:spChg>
        <pc:spChg chg="del">
          <ac:chgData name="Boga Shashank" userId="d9288b1565e02af5" providerId="LiveId" clId="{91ED3C43-599C-45D9-B8BE-500491248CD8}" dt="2026-09-30T16:05:35.374" v="179" actId="478"/>
          <ac:spMkLst>
            <pc:docMk/>
            <pc:sldMk cId="0" sldId="262"/>
            <ac:spMk id="49" creationId="{00000000-0000-0000-0000-000000000000}"/>
          </ac:spMkLst>
        </pc:spChg>
        <pc:spChg chg="mod">
          <ac:chgData name="Boga Shashank" userId="d9288b1565e02af5" providerId="LiveId" clId="{91ED3C43-599C-45D9-B8BE-500491248CD8}" dt="2026-09-30T16:06:05.424" v="195" actId="20577"/>
          <ac:spMkLst>
            <pc:docMk/>
            <pc:sldMk cId="0" sldId="262"/>
            <ac:spMk id="50" creationId="{00000000-0000-0000-0000-000000000000}"/>
          </ac:spMkLst>
        </pc:spChg>
        <pc:spChg chg="del">
          <ac:chgData name="Boga Shashank" userId="d9288b1565e02af5" providerId="LiveId" clId="{91ED3C43-599C-45D9-B8BE-500491248CD8}" dt="2026-09-30T16:05:38.374" v="181" actId="478"/>
          <ac:spMkLst>
            <pc:docMk/>
            <pc:sldMk cId="0" sldId="262"/>
            <ac:spMk id="58" creationId="{00000000-0000-0000-0000-000000000000}"/>
          </ac:spMkLst>
        </pc:spChg>
        <pc:spChg chg="mod">
          <ac:chgData name="Boga Shashank" userId="d9288b1565e02af5" providerId="LiveId" clId="{91ED3C43-599C-45D9-B8BE-500491248CD8}" dt="2026-09-30T16:05:55.014" v="190" actId="20577"/>
          <ac:spMkLst>
            <pc:docMk/>
            <pc:sldMk cId="0" sldId="262"/>
            <ac:spMk id="59" creationId="{00000000-0000-0000-0000-000000000000}"/>
          </ac:spMkLst>
        </pc:spChg>
        <pc:spChg chg="del">
          <ac:chgData name="Boga Shashank" userId="d9288b1565e02af5" providerId="LiveId" clId="{91ED3C43-599C-45D9-B8BE-500491248CD8}" dt="2026-09-30T16:05:39.845" v="182" actId="478"/>
          <ac:spMkLst>
            <pc:docMk/>
            <pc:sldMk cId="0" sldId="262"/>
            <ac:spMk id="60" creationId="{00000000-0000-0000-0000-000000000000}"/>
          </ac:spMkLst>
        </pc:spChg>
        <pc:spChg chg="mod">
          <ac:chgData name="Boga Shashank" userId="d9288b1565e02af5" providerId="LiveId" clId="{91ED3C43-599C-45D9-B8BE-500491248CD8}" dt="2026-09-30T16:05:53.236" v="189" actId="20577"/>
          <ac:spMkLst>
            <pc:docMk/>
            <pc:sldMk cId="0" sldId="262"/>
            <ac:spMk id="61" creationId="{00000000-0000-0000-0000-000000000000}"/>
          </ac:spMkLst>
        </pc:spChg>
        <pc:spChg chg="del">
          <ac:chgData name="Boga Shashank" userId="d9288b1565e02af5" providerId="LiveId" clId="{91ED3C43-599C-45D9-B8BE-500491248CD8}" dt="2026-09-30T16:05:43.294" v="185" actId="478"/>
          <ac:spMkLst>
            <pc:docMk/>
            <pc:sldMk cId="0" sldId="262"/>
            <ac:spMk id="62" creationId="{00000000-0000-0000-0000-000000000000}"/>
          </ac:spMkLst>
        </pc:spChg>
        <pc:spChg chg="mod">
          <ac:chgData name="Boga Shashank" userId="d9288b1565e02af5" providerId="LiveId" clId="{91ED3C43-599C-45D9-B8BE-500491248CD8}" dt="2026-09-30T16:05:50.255" v="188" actId="20577"/>
          <ac:spMkLst>
            <pc:docMk/>
            <pc:sldMk cId="0" sldId="262"/>
            <ac:spMk id="63" creationId="{00000000-0000-0000-0000-000000000000}"/>
          </ac:spMkLst>
        </pc:spChg>
        <pc:spChg chg="del">
          <ac:chgData name="Boga Shashank" userId="d9288b1565e02af5" providerId="LiveId" clId="{91ED3C43-599C-45D9-B8BE-500491248CD8}" dt="2026-09-30T16:05:47.774" v="187" actId="478"/>
          <ac:spMkLst>
            <pc:docMk/>
            <pc:sldMk cId="0" sldId="262"/>
            <ac:spMk id="64" creationId="{00000000-0000-0000-0000-000000000000}"/>
          </ac:spMkLst>
        </pc:spChg>
        <pc:spChg chg="del">
          <ac:chgData name="Boga Shashank" userId="d9288b1565e02af5" providerId="LiveId" clId="{91ED3C43-599C-45D9-B8BE-500491248CD8}" dt="2026-09-30T16:05:46.429" v="186" actId="478"/>
          <ac:spMkLst>
            <pc:docMk/>
            <pc:sldMk cId="0" sldId="262"/>
            <ac:spMk id="65" creationId="{00000000-0000-0000-0000-000000000000}"/>
          </ac:spMkLst>
        </pc:spChg>
        <pc:spChg chg="del">
          <ac:chgData name="Boga Shashank" userId="d9288b1565e02af5" providerId="LiveId" clId="{91ED3C43-599C-45D9-B8BE-500491248CD8}" dt="2026-09-30T16:07:46.604" v="209" actId="478"/>
          <ac:spMkLst>
            <pc:docMk/>
            <pc:sldMk cId="0" sldId="262"/>
            <ac:spMk id="68" creationId="{00000000-0000-0000-0000-000000000000}"/>
          </ac:spMkLst>
        </pc:spChg>
        <pc:spChg chg="mod">
          <ac:chgData name="Boga Shashank" userId="d9288b1565e02af5" providerId="LiveId" clId="{91ED3C43-599C-45D9-B8BE-500491248CD8}" dt="2026-09-30T16:07:04.774" v="204" actId="20577"/>
          <ac:spMkLst>
            <pc:docMk/>
            <pc:sldMk cId="0" sldId="262"/>
            <ac:spMk id="69" creationId="{00000000-0000-0000-0000-000000000000}"/>
          </ac:spMkLst>
        </pc:spChg>
        <pc:spChg chg="mod">
          <ac:chgData name="Boga Shashank" userId="d9288b1565e02af5" providerId="LiveId" clId="{91ED3C43-599C-45D9-B8BE-500491248CD8}" dt="2026-09-30T16:06:46.999" v="202" actId="20577"/>
          <ac:spMkLst>
            <pc:docMk/>
            <pc:sldMk cId="0" sldId="262"/>
            <ac:spMk id="70" creationId="{00000000-0000-0000-0000-000000000000}"/>
          </ac:spMkLst>
        </pc:spChg>
        <pc:spChg chg="mod">
          <ac:chgData name="Boga Shashank" userId="d9288b1565e02af5" providerId="LiveId" clId="{91ED3C43-599C-45D9-B8BE-500491248CD8}" dt="2026-09-30T16:06:44.489" v="201" actId="20577"/>
          <ac:spMkLst>
            <pc:docMk/>
            <pc:sldMk cId="0" sldId="262"/>
            <ac:spMk id="71" creationId="{00000000-0000-0000-0000-000000000000}"/>
          </ac:spMkLst>
        </pc:spChg>
        <pc:spChg chg="mod">
          <ac:chgData name="Boga Shashank" userId="d9288b1565e02af5" providerId="LiveId" clId="{91ED3C43-599C-45D9-B8BE-500491248CD8}" dt="2026-09-30T16:06:51.915" v="203" actId="20577"/>
          <ac:spMkLst>
            <pc:docMk/>
            <pc:sldMk cId="0" sldId="262"/>
            <ac:spMk id="72" creationId="{00000000-0000-0000-0000-000000000000}"/>
          </ac:spMkLst>
        </pc:spChg>
        <pc:picChg chg="mod">
          <ac:chgData name="Boga Shashank" userId="d9288b1565e02af5" providerId="LiveId" clId="{91ED3C43-599C-45D9-B8BE-500491248CD8}" dt="2026-09-30T16:07:44.594" v="208" actId="14100"/>
          <ac:picMkLst>
            <pc:docMk/>
            <pc:sldMk cId="0" sldId="262"/>
            <ac:picMk id="2" creationId="{00000000-0000-0000-0000-000000000000}"/>
          </ac:picMkLst>
        </pc:picChg>
        <pc:picChg chg="del">
          <ac:chgData name="Boga Shashank" userId="d9288b1565e02af5" providerId="LiveId" clId="{91ED3C43-599C-45D9-B8BE-500491248CD8}" dt="2026-09-30T16:07:30.934" v="206" actId="478"/>
          <ac:picMkLst>
            <pc:docMk/>
            <pc:sldMk cId="0" sldId="262"/>
            <ac:picMk id="3" creationId="{00000000-0000-0000-0000-000000000000}"/>
          </ac:picMkLst>
        </pc:picChg>
        <pc:picChg chg="del">
          <ac:chgData name="Boga Shashank" userId="d9288b1565e02af5" providerId="LiveId" clId="{91ED3C43-599C-45D9-B8BE-500491248CD8}" dt="2026-09-30T16:07:29.246" v="205" actId="478"/>
          <ac:picMkLst>
            <pc:docMk/>
            <pc:sldMk cId="0" sldId="262"/>
            <ac:picMk id="67" creationId="{00000000-0000-0000-0000-000000000000}"/>
          </ac:picMkLst>
        </pc:picChg>
      </pc:sldChg>
      <pc:sldChg chg="addSp delSp modSp mod">
        <pc:chgData name="Boga Shashank" userId="d9288b1565e02af5" providerId="LiveId" clId="{91ED3C43-599C-45D9-B8BE-500491248CD8}" dt="2026-09-30T16:20:46.388" v="263" actId="20577"/>
        <pc:sldMkLst>
          <pc:docMk/>
          <pc:sldMk cId="0" sldId="264"/>
        </pc:sldMkLst>
        <pc:spChg chg="add del">
          <ac:chgData name="Boga Shashank" userId="d9288b1565e02af5" providerId="LiveId" clId="{91ED3C43-599C-45D9-B8BE-500491248CD8}" dt="2026-09-30T16:09:44.514" v="233" actId="478"/>
          <ac:spMkLst>
            <pc:docMk/>
            <pc:sldMk cId="0" sldId="264"/>
            <ac:spMk id="5" creationId="{00000000-0000-0000-0000-000000000000}"/>
          </ac:spMkLst>
        </pc:spChg>
        <pc:spChg chg="add del">
          <ac:chgData name="Boga Shashank" userId="d9288b1565e02af5" providerId="LiveId" clId="{91ED3C43-599C-45D9-B8BE-500491248CD8}" dt="2026-09-30T16:09:44.514" v="233" actId="478"/>
          <ac:spMkLst>
            <pc:docMk/>
            <pc:sldMk cId="0" sldId="264"/>
            <ac:spMk id="6" creationId="{00000000-0000-0000-0000-000000000000}"/>
          </ac:spMkLst>
        </pc:spChg>
        <pc:spChg chg="add del">
          <ac:chgData name="Boga Shashank" userId="d9288b1565e02af5" providerId="LiveId" clId="{91ED3C43-599C-45D9-B8BE-500491248CD8}" dt="2026-09-30T16:09:44.514" v="233" actId="478"/>
          <ac:spMkLst>
            <pc:docMk/>
            <pc:sldMk cId="0" sldId="264"/>
            <ac:spMk id="7" creationId="{00000000-0000-0000-0000-000000000000}"/>
          </ac:spMkLst>
        </pc:spChg>
        <pc:spChg chg="del">
          <ac:chgData name="Boga Shashank" userId="d9288b1565e02af5" providerId="LiveId" clId="{91ED3C43-599C-45D9-B8BE-500491248CD8}" dt="2026-09-30T16:08:39.174" v="214" actId="478"/>
          <ac:spMkLst>
            <pc:docMk/>
            <pc:sldMk cId="0" sldId="264"/>
            <ac:spMk id="10" creationId="{00000000-0000-0000-0000-000000000000}"/>
          </ac:spMkLst>
        </pc:spChg>
        <pc:spChg chg="add del mod">
          <ac:chgData name="Boga Shashank" userId="d9288b1565e02af5" providerId="LiveId" clId="{91ED3C43-599C-45D9-B8BE-500491248CD8}" dt="2026-09-30T16:09:44.514" v="233" actId="478"/>
          <ac:spMkLst>
            <pc:docMk/>
            <pc:sldMk cId="0" sldId="264"/>
            <ac:spMk id="11" creationId="{00000000-0000-0000-0000-000000000000}"/>
          </ac:spMkLst>
        </pc:spChg>
        <pc:spChg chg="mod">
          <ac:chgData name="Boga Shashank" userId="d9288b1565e02af5" providerId="LiveId" clId="{91ED3C43-599C-45D9-B8BE-500491248CD8}" dt="2026-09-30T16:09:50.156" v="235" actId="20577"/>
          <ac:spMkLst>
            <pc:docMk/>
            <pc:sldMk cId="0" sldId="264"/>
            <ac:spMk id="12" creationId="{00000000-0000-0000-0000-000000000000}"/>
          </ac:spMkLst>
        </pc:spChg>
        <pc:spChg chg="mod">
          <ac:chgData name="Boga Shashank" userId="d9288b1565e02af5" providerId="LiveId" clId="{91ED3C43-599C-45D9-B8BE-500491248CD8}" dt="2026-09-30T16:08:42.774" v="216" actId="20577"/>
          <ac:spMkLst>
            <pc:docMk/>
            <pc:sldMk cId="0" sldId="264"/>
            <ac:spMk id="13" creationId="{00000000-0000-0000-0000-000000000000}"/>
          </ac:spMkLst>
        </pc:spChg>
        <pc:spChg chg="del">
          <ac:chgData name="Boga Shashank" userId="d9288b1565e02af5" providerId="LiveId" clId="{91ED3C43-599C-45D9-B8BE-500491248CD8}" dt="2026-09-30T16:08:48.489" v="219" actId="478"/>
          <ac:spMkLst>
            <pc:docMk/>
            <pc:sldMk cId="0" sldId="264"/>
            <ac:spMk id="14" creationId="{00000000-0000-0000-0000-000000000000}"/>
          </ac:spMkLst>
        </pc:spChg>
        <pc:spChg chg="add del mod">
          <ac:chgData name="Boga Shashank" userId="d9288b1565e02af5" providerId="LiveId" clId="{91ED3C43-599C-45D9-B8BE-500491248CD8}" dt="2026-09-30T16:09:47.924" v="234" actId="20577"/>
          <ac:spMkLst>
            <pc:docMk/>
            <pc:sldMk cId="0" sldId="264"/>
            <ac:spMk id="15" creationId="{00000000-0000-0000-0000-000000000000}"/>
          </ac:spMkLst>
        </pc:spChg>
        <pc:spChg chg="add del mod">
          <ac:chgData name="Boga Shashank" userId="d9288b1565e02af5" providerId="LiveId" clId="{91ED3C43-599C-45D9-B8BE-500491248CD8}" dt="2026-09-30T16:09:44.514" v="233" actId="478"/>
          <ac:spMkLst>
            <pc:docMk/>
            <pc:sldMk cId="0" sldId="264"/>
            <ac:spMk id="16" creationId="{00000000-0000-0000-0000-000000000000}"/>
          </ac:spMkLst>
        </pc:spChg>
        <pc:spChg chg="add del">
          <ac:chgData name="Boga Shashank" userId="d9288b1565e02af5" providerId="LiveId" clId="{91ED3C43-599C-45D9-B8BE-500491248CD8}" dt="2026-09-30T16:10:03.895" v="236" actId="478"/>
          <ac:spMkLst>
            <pc:docMk/>
            <pc:sldMk cId="0" sldId="264"/>
            <ac:spMk id="17" creationId="{00000000-0000-0000-0000-000000000000}"/>
          </ac:spMkLst>
        </pc:spChg>
        <pc:spChg chg="mod">
          <ac:chgData name="Boga Shashank" userId="d9288b1565e02af5" providerId="LiveId" clId="{91ED3C43-599C-45D9-B8BE-500491248CD8}" dt="2026-09-30T16:20:39.384" v="261" actId="20577"/>
          <ac:spMkLst>
            <pc:docMk/>
            <pc:sldMk cId="0" sldId="264"/>
            <ac:spMk id="18" creationId="{00000000-0000-0000-0000-000000000000}"/>
          </ac:spMkLst>
        </pc:spChg>
        <pc:spChg chg="mod">
          <ac:chgData name="Boga Shashank" userId="d9288b1565e02af5" providerId="LiveId" clId="{91ED3C43-599C-45D9-B8BE-500491248CD8}" dt="2026-09-30T16:09:08.234" v="224" actId="20577"/>
          <ac:spMkLst>
            <pc:docMk/>
            <pc:sldMk cId="0" sldId="264"/>
            <ac:spMk id="19" creationId="{00000000-0000-0000-0000-000000000000}"/>
          </ac:spMkLst>
        </pc:spChg>
        <pc:spChg chg="add del">
          <ac:chgData name="Boga Shashank" userId="d9288b1565e02af5" providerId="LiveId" clId="{91ED3C43-599C-45D9-B8BE-500491248CD8}" dt="2026-09-30T16:10:05.764" v="237" actId="478"/>
          <ac:spMkLst>
            <pc:docMk/>
            <pc:sldMk cId="0" sldId="264"/>
            <ac:spMk id="20" creationId="{00000000-0000-0000-0000-000000000000}"/>
          </ac:spMkLst>
        </pc:spChg>
        <pc:spChg chg="add del mod">
          <ac:chgData name="Boga Shashank" userId="d9288b1565e02af5" providerId="LiveId" clId="{91ED3C43-599C-45D9-B8BE-500491248CD8}" dt="2026-09-30T16:09:44.514" v="233" actId="478"/>
          <ac:spMkLst>
            <pc:docMk/>
            <pc:sldMk cId="0" sldId="264"/>
            <ac:spMk id="21" creationId="{00000000-0000-0000-0000-000000000000}"/>
          </ac:spMkLst>
        </pc:spChg>
        <pc:spChg chg="mod">
          <ac:chgData name="Boga Shashank" userId="d9288b1565e02af5" providerId="LiveId" clId="{91ED3C43-599C-45D9-B8BE-500491248CD8}" dt="2026-09-30T16:20:42.724" v="262" actId="20577"/>
          <ac:spMkLst>
            <pc:docMk/>
            <pc:sldMk cId="0" sldId="264"/>
            <ac:spMk id="22" creationId="{00000000-0000-0000-0000-000000000000}"/>
          </ac:spMkLst>
        </pc:spChg>
        <pc:spChg chg="mod">
          <ac:chgData name="Boga Shashank" userId="d9288b1565e02af5" providerId="LiveId" clId="{91ED3C43-599C-45D9-B8BE-500491248CD8}" dt="2026-09-30T16:20:46.388" v="263" actId="20577"/>
          <ac:spMkLst>
            <pc:docMk/>
            <pc:sldMk cId="0" sldId="264"/>
            <ac:spMk id="23" creationId="{00000000-0000-0000-0000-000000000000}"/>
          </ac:spMkLst>
        </pc:spChg>
        <pc:spChg chg="add del">
          <ac:chgData name="Boga Shashank" userId="d9288b1565e02af5" providerId="LiveId" clId="{91ED3C43-599C-45D9-B8BE-500491248CD8}" dt="2026-09-30T16:09:44.514" v="233" actId="478"/>
          <ac:spMkLst>
            <pc:docMk/>
            <pc:sldMk cId="0" sldId="264"/>
            <ac:spMk id="24" creationId="{00000000-0000-0000-0000-000000000000}"/>
          </ac:spMkLst>
        </pc:spChg>
        <pc:spChg chg="mod">
          <ac:chgData name="Boga Shashank" userId="d9288b1565e02af5" providerId="LiveId" clId="{91ED3C43-599C-45D9-B8BE-500491248CD8}" dt="2026-09-30T16:08:33.165" v="213" actId="1076"/>
          <ac:spMkLst>
            <pc:docMk/>
            <pc:sldMk cId="0" sldId="264"/>
            <ac:spMk id="30" creationId="{00000000-0000-0000-0000-000000000000}"/>
          </ac:spMkLst>
        </pc:spChg>
        <pc:spChg chg="mod">
          <ac:chgData name="Boga Shashank" userId="d9288b1565e02af5" providerId="LiveId" clId="{91ED3C43-599C-45D9-B8BE-500491248CD8}" dt="2026-09-30T16:08:00.396" v="210" actId="1076"/>
          <ac:spMkLst>
            <pc:docMk/>
            <pc:sldMk cId="0" sldId="264"/>
            <ac:spMk id="31" creationId="{00000000-0000-0000-0000-000000000000}"/>
          </ac:spMkLst>
        </pc:spChg>
        <pc:spChg chg="mod">
          <ac:chgData name="Boga Shashank" userId="d9288b1565e02af5" providerId="LiveId" clId="{91ED3C43-599C-45D9-B8BE-500491248CD8}" dt="2026-09-30T16:20:34.144" v="260" actId="1076"/>
          <ac:spMkLst>
            <pc:docMk/>
            <pc:sldMk cId="0" sldId="264"/>
            <ac:spMk id="32" creationId="{00000000-0000-0000-0000-000000000000}"/>
          </ac:spMkLst>
        </pc:spChg>
        <pc:spChg chg="mod">
          <ac:chgData name="Boga Shashank" userId="d9288b1565e02af5" providerId="LiveId" clId="{91ED3C43-599C-45D9-B8BE-500491248CD8}" dt="2026-09-30T16:20:31.074" v="259" actId="1076"/>
          <ac:spMkLst>
            <pc:docMk/>
            <pc:sldMk cId="0" sldId="264"/>
            <ac:spMk id="33" creationId="{00000000-0000-0000-0000-000000000000}"/>
          </ac:spMkLst>
        </pc:spChg>
        <pc:picChg chg="del mod">
          <ac:chgData name="Boga Shashank" userId="d9288b1565e02af5" providerId="LiveId" clId="{91ED3C43-599C-45D9-B8BE-500491248CD8}" dt="2026-09-30T16:10:12.114" v="239" actId="478"/>
          <ac:picMkLst>
            <pc:docMk/>
            <pc:sldMk cId="0" sldId="264"/>
            <ac:picMk id="3" creationId="{00000000-0000-0000-0000-000000000000}"/>
          </ac:picMkLst>
        </pc:picChg>
        <pc:picChg chg="mod">
          <ac:chgData name="Boga Shashank" userId="d9288b1565e02af5" providerId="LiveId" clId="{91ED3C43-599C-45D9-B8BE-500491248CD8}" dt="2026-09-30T16:20:14.831" v="256" actId="1076"/>
          <ac:picMkLst>
            <pc:docMk/>
            <pc:sldMk cId="0" sldId="264"/>
            <ac:picMk id="28" creationId="{00000000-0000-0000-0000-000000000000}"/>
          </ac:picMkLst>
        </pc:picChg>
      </pc:sldChg>
      <pc:sldChg chg="modSp mod">
        <pc:chgData name="Boga Shashank" userId="d9288b1565e02af5" providerId="LiveId" clId="{91ED3C43-599C-45D9-B8BE-500491248CD8}" dt="2026-09-30T16:20:09.324" v="255" actId="1036"/>
        <pc:sldMkLst>
          <pc:docMk/>
          <pc:sldMk cId="0" sldId="265"/>
        </pc:sldMkLst>
        <pc:spChg chg="mod">
          <ac:chgData name="Boga Shashank" userId="d9288b1565e02af5" providerId="LiveId" clId="{91ED3C43-599C-45D9-B8BE-500491248CD8}" dt="2026-09-30T16:20:09.324" v="255" actId="1036"/>
          <ac:spMkLst>
            <pc:docMk/>
            <pc:sldMk cId="0" sldId="265"/>
            <ac:spMk id="24" creationId="{00000000-0000-0000-0000-000000000000}"/>
          </ac:spMkLst>
        </pc:spChg>
        <pc:spChg chg="mod">
          <ac:chgData name="Boga Shashank" userId="d9288b1565e02af5" providerId="LiveId" clId="{91ED3C43-599C-45D9-B8BE-500491248CD8}" dt="2026-09-30T16:19:44.222" v="248" actId="1076"/>
          <ac:spMkLst>
            <pc:docMk/>
            <pc:sldMk cId="0" sldId="265"/>
            <ac:spMk id="29" creationId="{00000000-0000-0000-0000-000000000000}"/>
          </ac:spMkLst>
        </pc:spChg>
        <pc:spChg chg="mod">
          <ac:chgData name="Boga Shashank" userId="d9288b1565e02af5" providerId="LiveId" clId="{91ED3C43-599C-45D9-B8BE-500491248CD8}" dt="2026-09-30T16:20:06.294" v="253" actId="1076"/>
          <ac:spMkLst>
            <pc:docMk/>
            <pc:sldMk cId="0" sldId="265"/>
            <ac:spMk id="30" creationId="{00000000-0000-0000-0000-000000000000}"/>
          </ac:spMkLst>
        </pc:spChg>
        <pc:spChg chg="mod">
          <ac:chgData name="Boga Shashank" userId="d9288b1565e02af5" providerId="LiveId" clId="{91ED3C43-599C-45D9-B8BE-500491248CD8}" dt="2026-09-30T16:20:01.454" v="252" actId="1076"/>
          <ac:spMkLst>
            <pc:docMk/>
            <pc:sldMk cId="0" sldId="265"/>
            <ac:spMk id="31" creationId="{00000000-0000-0000-0000-000000000000}"/>
          </ac:spMkLst>
        </pc:spChg>
        <pc:spChg chg="mod">
          <ac:chgData name="Boga Shashank" userId="d9288b1565e02af5" providerId="LiveId" clId="{91ED3C43-599C-45D9-B8BE-500491248CD8}" dt="2026-09-30T16:19:36.444" v="246" actId="1076"/>
          <ac:spMkLst>
            <pc:docMk/>
            <pc:sldMk cId="0" sldId="265"/>
            <ac:spMk id="32" creationId="{00000000-0000-0000-0000-000000000000}"/>
          </ac:spMkLst>
        </pc:spChg>
        <pc:spChg chg="mod">
          <ac:chgData name="Boga Shashank" userId="d9288b1565e02af5" providerId="LiveId" clId="{91ED3C43-599C-45D9-B8BE-500491248CD8}" dt="2026-09-30T16:19:56.364" v="251" actId="1076"/>
          <ac:spMkLst>
            <pc:docMk/>
            <pc:sldMk cId="0" sldId="265"/>
            <ac:spMk id="33" creationId="{00000000-0000-0000-0000-000000000000}"/>
          </ac:spMkLst>
        </pc:spChg>
        <pc:picChg chg="mod">
          <ac:chgData name="Boga Shashank" userId="d9288b1565e02af5" providerId="LiveId" clId="{91ED3C43-599C-45D9-B8BE-500491248CD8}" dt="2026-09-30T16:10:37.944" v="241" actId="1076"/>
          <ac:picMkLst>
            <pc:docMk/>
            <pc:sldMk cId="0" sldId="265"/>
            <ac:picMk id="25" creationId="{00000000-0000-0000-0000-000000000000}"/>
          </ac:picMkLst>
        </pc:picChg>
        <pc:picChg chg="mod">
          <ac:chgData name="Boga Shashank" userId="d9288b1565e02af5" providerId="LiveId" clId="{91ED3C43-599C-45D9-B8BE-500491248CD8}" dt="2026-09-30T16:19:45.684" v="249" actId="1076"/>
          <ac:picMkLst>
            <pc:docMk/>
            <pc:sldMk cId="0" sldId="265"/>
            <ac:picMk id="28" creationId="{00000000-0000-0000-0000-000000000000}"/>
          </ac:picMkLst>
        </pc:picChg>
      </pc:sldChg>
      <pc:sldChg chg="modSp mod">
        <pc:chgData name="Boga Shashank" userId="d9288b1565e02af5" providerId="LiveId" clId="{91ED3C43-599C-45D9-B8BE-500491248CD8}" dt="2026-09-30T16:21:15.884" v="272" actId="14100"/>
        <pc:sldMkLst>
          <pc:docMk/>
          <pc:sldMk cId="0" sldId="266"/>
        </pc:sldMkLst>
        <pc:spChg chg="mod">
          <ac:chgData name="Boga Shashank" userId="d9288b1565e02af5" providerId="LiveId" clId="{91ED3C43-599C-45D9-B8BE-500491248CD8}" dt="2026-09-30T16:20:55.592" v="264" actId="1076"/>
          <ac:spMkLst>
            <pc:docMk/>
            <pc:sldMk cId="0" sldId="266"/>
            <ac:spMk id="27" creationId="{00000000-0000-0000-0000-000000000000}"/>
          </ac:spMkLst>
        </pc:spChg>
        <pc:spChg chg="mod">
          <ac:chgData name="Boga Shashank" userId="d9288b1565e02af5" providerId="LiveId" clId="{91ED3C43-599C-45D9-B8BE-500491248CD8}" dt="2026-09-30T16:21:15.884" v="272" actId="14100"/>
          <ac:spMkLst>
            <pc:docMk/>
            <pc:sldMk cId="0" sldId="266"/>
            <ac:spMk id="28" creationId="{00000000-0000-0000-0000-000000000000}"/>
          </ac:spMkLst>
        </pc:spChg>
        <pc:spChg chg="mod">
          <ac:chgData name="Boga Shashank" userId="d9288b1565e02af5" providerId="LiveId" clId="{91ED3C43-599C-45D9-B8BE-500491248CD8}" dt="2026-09-30T16:21:10.895" v="270" actId="1076"/>
          <ac:spMkLst>
            <pc:docMk/>
            <pc:sldMk cId="0" sldId="266"/>
            <ac:spMk id="29" creationId="{00000000-0000-0000-0000-000000000000}"/>
          </ac:spMkLst>
        </pc:spChg>
        <pc:spChg chg="mod">
          <ac:chgData name="Boga Shashank" userId="d9288b1565e02af5" providerId="LiveId" clId="{91ED3C43-599C-45D9-B8BE-500491248CD8}" dt="2026-09-30T16:21:07.434" v="269" actId="1076"/>
          <ac:spMkLst>
            <pc:docMk/>
            <pc:sldMk cId="0" sldId="266"/>
            <ac:spMk id="30" creationId="{00000000-0000-0000-0000-000000000000}"/>
          </ac:spMkLst>
        </pc:spChg>
        <pc:spChg chg="mod">
          <ac:chgData name="Boga Shashank" userId="d9288b1565e02af5" providerId="LiveId" clId="{91ED3C43-599C-45D9-B8BE-500491248CD8}" dt="2026-09-30T16:20:59.671" v="266" actId="1076"/>
          <ac:spMkLst>
            <pc:docMk/>
            <pc:sldMk cId="0" sldId="266"/>
            <ac:spMk id="31" creationId="{00000000-0000-0000-0000-000000000000}"/>
          </ac:spMkLst>
        </pc:spChg>
        <pc:picChg chg="mod">
          <ac:chgData name="Boga Shashank" userId="d9288b1565e02af5" providerId="LiveId" clId="{91ED3C43-599C-45D9-B8BE-500491248CD8}" dt="2026-09-30T16:20:57.135" v="265" actId="1076"/>
          <ac:picMkLst>
            <pc:docMk/>
            <pc:sldMk cId="0" sldId="266"/>
            <ac:picMk id="26" creationId="{00000000-0000-0000-0000-000000000000}"/>
          </ac:picMkLst>
        </pc:picChg>
      </pc:sldChg>
      <pc:sldChg chg="modSp mod">
        <pc:chgData name="Boga Shashank" userId="d9288b1565e02af5" providerId="LiveId" clId="{91ED3C43-599C-45D9-B8BE-500491248CD8}" dt="2026-09-30T16:23:16.039" v="325" actId="1076"/>
        <pc:sldMkLst>
          <pc:docMk/>
          <pc:sldMk cId="0" sldId="267"/>
        </pc:sldMkLst>
        <pc:spChg chg="mod">
          <ac:chgData name="Boga Shashank" userId="d9288b1565e02af5" providerId="LiveId" clId="{91ED3C43-599C-45D9-B8BE-500491248CD8}" dt="2026-09-30T16:21:28.614" v="275" actId="14100"/>
          <ac:spMkLst>
            <pc:docMk/>
            <pc:sldMk cId="0" sldId="267"/>
            <ac:spMk id="25" creationId="{00000000-0000-0000-0000-000000000000}"/>
          </ac:spMkLst>
        </pc:spChg>
        <pc:spChg chg="mod">
          <ac:chgData name="Boga Shashank" userId="d9288b1565e02af5" providerId="LiveId" clId="{91ED3C43-599C-45D9-B8BE-500491248CD8}" dt="2026-09-30T16:21:24.485" v="273" actId="1076"/>
          <ac:spMkLst>
            <pc:docMk/>
            <pc:sldMk cId="0" sldId="267"/>
            <ac:spMk id="26" creationId="{00000000-0000-0000-0000-000000000000}"/>
          </ac:spMkLst>
        </pc:spChg>
        <pc:spChg chg="mod">
          <ac:chgData name="Boga Shashank" userId="d9288b1565e02af5" providerId="LiveId" clId="{91ED3C43-599C-45D9-B8BE-500491248CD8}" dt="2026-09-30T16:23:13.914" v="324" actId="14100"/>
          <ac:spMkLst>
            <pc:docMk/>
            <pc:sldMk cId="0" sldId="267"/>
            <ac:spMk id="27" creationId="{00000000-0000-0000-0000-000000000000}"/>
          </ac:spMkLst>
        </pc:spChg>
        <pc:spChg chg="mod">
          <ac:chgData name="Boga Shashank" userId="d9288b1565e02af5" providerId="LiveId" clId="{91ED3C43-599C-45D9-B8BE-500491248CD8}" dt="2026-09-30T16:23:16.039" v="325" actId="1076"/>
          <ac:spMkLst>
            <pc:docMk/>
            <pc:sldMk cId="0" sldId="267"/>
            <ac:spMk id="28" creationId="{00000000-0000-0000-0000-000000000000}"/>
          </ac:spMkLst>
        </pc:spChg>
        <pc:picChg chg="mod">
          <ac:chgData name="Boga Shashank" userId="d9288b1565e02af5" providerId="LiveId" clId="{91ED3C43-599C-45D9-B8BE-500491248CD8}" dt="2026-09-30T16:23:11.034" v="323" actId="1076"/>
          <ac:picMkLst>
            <pc:docMk/>
            <pc:sldMk cId="0" sldId="267"/>
            <ac:picMk id="3" creationId="{00000000-0000-0000-0000-000000000000}"/>
          </ac:picMkLst>
        </pc:picChg>
      </pc:sldChg>
      <pc:sldChg chg="addSp delSp modSp mod">
        <pc:chgData name="Boga Shashank" userId="d9288b1565e02af5" providerId="LiveId" clId="{91ED3C43-599C-45D9-B8BE-500491248CD8}" dt="2026-09-30T16:25:26.834" v="354" actId="20577"/>
        <pc:sldMkLst>
          <pc:docMk/>
          <pc:sldMk cId="0" sldId="270"/>
        </pc:sldMkLst>
        <pc:spChg chg="add del">
          <ac:chgData name="Boga Shashank" userId="d9288b1565e02af5" providerId="LiveId" clId="{91ED3C43-599C-45D9-B8BE-500491248CD8}" dt="2026-09-30T16:23:00.850" v="303" actId="478"/>
          <ac:spMkLst>
            <pc:docMk/>
            <pc:sldMk cId="0" sldId="270"/>
            <ac:spMk id="14" creationId="{00000000-0000-0000-0000-000000000000}"/>
          </ac:spMkLst>
        </pc:spChg>
        <pc:spChg chg="mod">
          <ac:chgData name="Boga Shashank" userId="d9288b1565e02af5" providerId="LiveId" clId="{91ED3C43-599C-45D9-B8BE-500491248CD8}" dt="2026-09-30T16:23:02.837" v="307" actId="6549"/>
          <ac:spMkLst>
            <pc:docMk/>
            <pc:sldMk cId="0" sldId="270"/>
            <ac:spMk id="15" creationId="{00000000-0000-0000-0000-000000000000}"/>
          </ac:spMkLst>
        </pc:spChg>
        <pc:spChg chg="add del">
          <ac:chgData name="Boga Shashank" userId="d9288b1565e02af5" providerId="LiveId" clId="{91ED3C43-599C-45D9-B8BE-500491248CD8}" dt="2026-09-30T16:23:03.587" v="309" actId="478"/>
          <ac:spMkLst>
            <pc:docMk/>
            <pc:sldMk cId="0" sldId="270"/>
            <ac:spMk id="16" creationId="{00000000-0000-0000-0000-000000000000}"/>
          </ac:spMkLst>
        </pc:spChg>
        <pc:spChg chg="mod">
          <ac:chgData name="Boga Shashank" userId="d9288b1565e02af5" providerId="LiveId" clId="{91ED3C43-599C-45D9-B8BE-500491248CD8}" dt="2026-09-30T16:23:03.824" v="310" actId="20577"/>
          <ac:spMkLst>
            <pc:docMk/>
            <pc:sldMk cId="0" sldId="270"/>
            <ac:spMk id="17" creationId="{00000000-0000-0000-0000-000000000000}"/>
          </ac:spMkLst>
        </pc:spChg>
        <pc:spChg chg="add del">
          <ac:chgData name="Boga Shashank" userId="d9288b1565e02af5" providerId="LiveId" clId="{91ED3C43-599C-45D9-B8BE-500491248CD8}" dt="2026-09-30T16:23:04.004" v="311" actId="478"/>
          <ac:spMkLst>
            <pc:docMk/>
            <pc:sldMk cId="0" sldId="270"/>
            <ac:spMk id="18" creationId="{00000000-0000-0000-0000-000000000000}"/>
          </ac:spMkLst>
        </pc:spChg>
        <pc:spChg chg="mod">
          <ac:chgData name="Boga Shashank" userId="d9288b1565e02af5" providerId="LiveId" clId="{91ED3C43-599C-45D9-B8BE-500491248CD8}" dt="2026-09-30T16:23:04.184" v="312" actId="20577"/>
          <ac:spMkLst>
            <pc:docMk/>
            <pc:sldMk cId="0" sldId="270"/>
            <ac:spMk id="19" creationId="{00000000-0000-0000-0000-000000000000}"/>
          </ac:spMkLst>
        </pc:spChg>
        <pc:spChg chg="mod">
          <ac:chgData name="Boga Shashank" userId="d9288b1565e02af5" providerId="LiveId" clId="{91ED3C43-599C-45D9-B8BE-500491248CD8}" dt="2026-09-30T16:23:00.324" v="302" actId="20577"/>
          <ac:spMkLst>
            <pc:docMk/>
            <pc:sldMk cId="0" sldId="270"/>
            <ac:spMk id="20" creationId="{00000000-0000-0000-0000-000000000000}"/>
          </ac:spMkLst>
        </pc:spChg>
        <pc:spChg chg="mod">
          <ac:chgData name="Boga Shashank" userId="d9288b1565e02af5" providerId="LiveId" clId="{91ED3C43-599C-45D9-B8BE-500491248CD8}" dt="2026-09-30T16:25:26.834" v="354" actId="20577"/>
          <ac:spMkLst>
            <pc:docMk/>
            <pc:sldMk cId="0" sldId="270"/>
            <ac:spMk id="23" creationId="{00000000-0000-0000-0000-000000000000}"/>
          </ac:spMkLst>
        </pc:spChg>
        <pc:spChg chg="mod">
          <ac:chgData name="Boga Shashank" userId="d9288b1565e02af5" providerId="LiveId" clId="{91ED3C43-599C-45D9-B8BE-500491248CD8}" dt="2026-09-30T16:25:20.076" v="346" actId="20577"/>
          <ac:spMkLst>
            <pc:docMk/>
            <pc:sldMk cId="0" sldId="270"/>
            <ac:spMk id="24" creationId="{00000000-0000-0000-0000-000000000000}"/>
          </ac:spMkLst>
        </pc:spChg>
        <pc:spChg chg="mod">
          <ac:chgData name="Boga Shashank" userId="d9288b1565e02af5" providerId="LiveId" clId="{91ED3C43-599C-45D9-B8BE-500491248CD8}" dt="2026-09-30T16:23:55.635" v="326" actId="20577"/>
          <ac:spMkLst>
            <pc:docMk/>
            <pc:sldMk cId="0" sldId="270"/>
            <ac:spMk id="2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3534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Introduce yourself and your project partner by name and roll number.
- Name your faculty guide and thank them for guidance.
- State this is a Java-based Music Playlist Manager built as our academic project.
- Mention it is a console application — no UI, no internet, pure OOP.
- Set expectation: 13 slides covering problem, design, code, output, and roadmap.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Set context: music is part of daily life, playlists are how we curate moods.
- Explain the app's role: bring structure to listening with playlists + stats.
- Stress that it is console-based, dependency-free Java — runs anywhere.
- Mention the three pillars: Purpose, Scope, Audience.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Open with the core problem: no offline way to organise and reflect on personal listening.
- Streaming apps show what is available, not what you actually consume.
- Walk through three sub-problems: scattered library, no insights, forgettable favorites.
- Tee up the proposed system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through all six objectives quickly — these define project scope.
- Emphasise the OOP-first design (objective 01) as the foundation.
- Highlight analytics focus — objectives 03 and 04 are the differentiator.
- Mention search/filter and favorites as the user-facing polish layer.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Three current solutions: Spotify, YouTube Music, and manual local files.
- Common pain point: no offline, lightweight, personal listening dashboard.
- Spotify needs internet + premium; YouTube Music is video-heavy and unstable.
- Manual lists are tedious and have no automatic tracking.
- Highlight the gap statement to tee up the proposed system.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Emphasise the offline, dependency-free nature of the app.
 • Call out OOP-first design — Song + Playlist classes, in-memory only.
 • Analytics-on-demand is the differentiator vs streaming dashboards.
 • Mention the 3 pillars: Unified Playlist Engine, Live Analytics, Personalisation.
 • Demo seed: 5 songs, 2 playlists, 21 simulated plays.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top-down: Presentation → Application → Data.
 • Presentation = console menu via java.util.Scanner.
 • Application = pure Java methods, no I/O dependencies.
 • Data = 2 POJOs in memory; sample data seeded on startup.
 • Callout: std-lib only, JDK 11+, no external JARs.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Four menu options dispatched by a switch on the user's integer choice.
 • Option 1 — 1D array of play counts; Option 2 — 2D genre matrix; Option 3 — recursive factorial.
 • Option 4 — graceful exit; default case rejects invalid choices.
 • Four supporting techniques: 1D arrays, 2D arrays, recursion, switch+Scanner.
 • Each menu option maps directly to one case block in Main.java.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calculateStreakMultiplier(int days) recurses with days * f(days-1), base case days == 0 returns 1.
 • main() opens a Scanner, prints the 4-option menu, dispatches via switch on user choice.
 • Case 1 reads N tracks into an int[] playCounts array, sums total plays, and finds the max.
 • Simple, dependency-free Java — no external JARs, runs with `java Main.java` on JDK 11+.
 • Sets up the heavier 2D-array logic shown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Case 2 declares int[4][3] — 4 weeks (rows) × 3 genres (columns: Pop, Rock, Hip-Hop).
 • Nested for-loops both read input and accumulate per-genre column totals.
 • Case 3 invokes the recursive calculateStreakMultiplier(days) — for 5 days returns 120.
 • Case 4 prints a closing message; default rejects invalid choices 5+.
 • Program closes Scanner and prints "Program finished." before exit.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Scenario 1 — user enters 3 tracks with play counts 120, 345, 89; app sums to 554 and finds max 345.
 • Show the menu and the prompt flow — number of tracks, then each track's play count.
 • Scenario 2 — user fills a 4×3 matrix (Pop, Rock, Hip-Hop across 4 weeks).
 • App prints the matrix back row-by-row, then per-genre column totals at the bottom.
 • Mention that both scenarios end with "Program finished." (Scanner closed cleanly).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Scenario 3 — user enters 5 days; calculateStreakMultiplier(5) recurses to return 120.
 • Explain that 5! = 5×4×3×2×1 = 120 — a factorial, the "Superfan Multiplier".
 • Mention how the base case (days == 0 → return 1) stops the recursion cleanly.
 • Scenario 4 — Option 4 prints "Closing Listening-Stats Manager..." and exits.
 • All four scenarios end with "Program finished." confirming Scanner.close() ran.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Persistence (phase 01) is the most natural next step — file-backed storage.
- GUI (phase 02) is the visual upgrade to a JavaFX desktop app.
- Audio (phase 03) replaces simulated play with real MP3 playback.
- Cloud (phase 04) brings cross-device sync and sharing.
- AI (phase 05) is the long-term vision — personalized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Restate the project's value in one sentence — clean Java OOP delivering useful music analytics.
- Call out the three stats: 10 functions, 24 play events, 2 model classes.
- Emphasize extensibility — persistence, GUI, audio are easy next steps.
- Thank the audience and transition to the Thank You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Thank the professor and audience for their attention.
- Invite questions and discussion.
- Mention the source code is available on GitHub.
- Acknowledge the faculty guide by name.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6.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7.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6.png"/><Relationship Id="rId7"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214312"/>
            <a:ext cx="1049488" cy="2357438"/>
          </a:xfrm>
          <a:prstGeom prst="rect">
            <a:avLst/>
          </a:prstGeom>
          <a:noFill/>
          <a:ln/>
        </p:spPr>
        <p:txBody>
          <a:bodyPr wrap="none" lIns="0" tIns="0" rIns="0" bIns="0" rtlCol="0" anchor="ctr"/>
          <a:lstStyle/>
          <a:p>
            <a:pPr marL="0" indent="0" algn="ctr">
              <a:buNone/>
            </a:pPr>
            <a:r>
              <a:rPr lang="en-US" sz="12375" dirty="0">
                <a:solidFill>
                  <a:srgbClr val="C77DFF">
                    <a:alpha val="7000"/>
                  </a:srgbClr>
                </a:solidFill>
                <a:latin typeface="Segoe UI Symbol" pitchFamily="34" charset="0"/>
                <a:ea typeface="Segoe UI Symbol" pitchFamily="34" charset="-122"/>
                <a:cs typeface="Segoe UI Symbol" pitchFamily="34" charset="-120"/>
              </a:rPr>
              <a:t>♪</a:t>
            </a:r>
            <a:endParaRPr lang="en-US" sz="12375" dirty="0"/>
          </a:p>
        </p:txBody>
      </p:sp>
      <p:sp>
        <p:nvSpPr>
          <p:cNvPr id="5" name="Text 1"/>
          <p:cNvSpPr/>
          <p:nvPr/>
        </p:nvSpPr>
        <p:spPr>
          <a:xfrm>
            <a:off x="8001000" y="214313"/>
            <a:ext cx="857250" cy="1714500"/>
          </a:xfrm>
          <a:prstGeom prst="rect">
            <a:avLst/>
          </a:prstGeom>
          <a:noFill/>
          <a:ln/>
        </p:spPr>
        <p:txBody>
          <a:bodyPr wrap="none" lIns="0" tIns="0" rIns="0" bIns="0" rtlCol="0" anchor="ctr"/>
          <a:lstStyle/>
          <a:p>
            <a:pPr marL="0" indent="0" algn="ctr">
              <a:buNone/>
            </a:pPr>
            <a:r>
              <a:rPr lang="en-US" sz="9000" dirty="0">
                <a:solidFill>
                  <a:srgbClr val="C77DFF">
                    <a:alpha val="7000"/>
                  </a:srgbClr>
                </a:solidFill>
                <a:latin typeface="Segoe UI Symbol" pitchFamily="34" charset="0"/>
                <a:ea typeface="Segoe UI Symbol" pitchFamily="34" charset="-122"/>
                <a:cs typeface="Segoe UI Symbol" pitchFamily="34" charset="-120"/>
              </a:rPr>
              <a:t>♫</a:t>
            </a:r>
            <a:endParaRPr lang="en-US" sz="9000" dirty="0"/>
          </a:p>
        </p:txBody>
      </p:sp>
      <p:sp>
        <p:nvSpPr>
          <p:cNvPr id="6" name="Text 2"/>
          <p:cNvSpPr/>
          <p:nvPr/>
        </p:nvSpPr>
        <p:spPr>
          <a:xfrm>
            <a:off x="285750" y="2500313"/>
            <a:ext cx="1000125" cy="1500188"/>
          </a:xfrm>
          <a:prstGeom prst="rect">
            <a:avLst/>
          </a:prstGeom>
          <a:noFill/>
          <a:ln/>
        </p:spPr>
        <p:txBody>
          <a:bodyPr wrap="none" lIns="0" tIns="0" rIns="0" bIns="0" rtlCol="0" anchor="ctr"/>
          <a:lstStyle/>
          <a:p>
            <a:pPr marL="0" indent="0" algn="ctr">
              <a:buNone/>
            </a:pPr>
            <a:r>
              <a:rPr lang="en-US" sz="7875" dirty="0">
                <a:solidFill>
                  <a:srgbClr val="C77DFF">
                    <a:alpha val="7000"/>
                  </a:srgbClr>
                </a:solidFill>
                <a:latin typeface="Segoe UI Symbol" pitchFamily="34" charset="0"/>
                <a:ea typeface="Segoe UI Symbol" pitchFamily="34" charset="-122"/>
                <a:cs typeface="Segoe UI Symbol" pitchFamily="34" charset="-120"/>
              </a:rPr>
              <a:t>♩</a:t>
            </a:r>
            <a:endParaRPr lang="en-US" sz="7875" dirty="0"/>
          </a:p>
        </p:txBody>
      </p:sp>
      <p:sp>
        <p:nvSpPr>
          <p:cNvPr id="7" name="Text 3"/>
          <p:cNvSpPr/>
          <p:nvPr/>
        </p:nvSpPr>
        <p:spPr>
          <a:xfrm>
            <a:off x="7885271" y="3071813"/>
            <a:ext cx="1258729" cy="2071688"/>
          </a:xfrm>
          <a:prstGeom prst="rect">
            <a:avLst/>
          </a:prstGeom>
          <a:noFill/>
          <a:ln/>
        </p:spPr>
        <p:txBody>
          <a:bodyPr wrap="none" lIns="0" tIns="0" rIns="0" bIns="0" rtlCol="0" anchor="ctr"/>
          <a:lstStyle/>
          <a:p>
            <a:pPr marL="0" indent="0" algn="ctr">
              <a:buNone/>
            </a:pPr>
            <a:r>
              <a:rPr lang="en-US" sz="11250" dirty="0">
                <a:solidFill>
                  <a:srgbClr val="C77DFF">
                    <a:alpha val="7000"/>
                  </a:srgbClr>
                </a:solidFill>
                <a:latin typeface="Segoe UI Symbol" pitchFamily="34" charset="0"/>
                <a:ea typeface="Segoe UI Symbol" pitchFamily="34" charset="-122"/>
                <a:cs typeface="Segoe UI Symbol" pitchFamily="34" charset="-120"/>
              </a:rPr>
              <a:t>♪</a:t>
            </a:r>
            <a:endParaRPr lang="en-US" sz="11250" dirty="0"/>
          </a:p>
        </p:txBody>
      </p:sp>
      <p:sp>
        <p:nvSpPr>
          <p:cNvPr id="8" name="Shape 4"/>
          <p:cNvSpPr/>
          <p:nvPr/>
        </p:nvSpPr>
        <p:spPr>
          <a:xfrm>
            <a:off x="3272954" y="4411266"/>
            <a:ext cx="0" cy="339328"/>
          </a:xfrm>
          <a:prstGeom prst="line">
            <a:avLst/>
          </a:prstGeom>
          <a:noFill/>
          <a:ln w="7144">
            <a:solidFill>
              <a:srgbClr val="C77DFF"/>
            </a:solidFill>
            <a:prstDash val="solid"/>
          </a:ln>
        </p:spPr>
        <p:txBody>
          <a:bodyPr/>
          <a:lstStyle/>
          <a:p>
            <a:endParaRPr lang="en-IN"/>
          </a:p>
        </p:txBody>
      </p:sp>
      <p:sp>
        <p:nvSpPr>
          <p:cNvPr id="9" name="Shape 5"/>
          <p:cNvSpPr/>
          <p:nvPr/>
        </p:nvSpPr>
        <p:spPr>
          <a:xfrm>
            <a:off x="5878078" y="4411266"/>
            <a:ext cx="0" cy="339328"/>
          </a:xfrm>
          <a:prstGeom prst="line">
            <a:avLst/>
          </a:prstGeom>
          <a:noFill/>
          <a:ln w="7144">
            <a:solidFill>
              <a:srgbClr val="C77DFF"/>
            </a:solidFill>
            <a:prstDash val="solid"/>
          </a:ln>
        </p:spPr>
        <p:txBody>
          <a:bodyPr/>
          <a:lstStyle/>
          <a:p>
            <a:endParaRPr lang="en-IN"/>
          </a:p>
        </p:txBody>
      </p:sp>
      <p:sp>
        <p:nvSpPr>
          <p:cNvPr id="10" name="Text 6"/>
          <p:cNvSpPr/>
          <p:nvPr/>
        </p:nvSpPr>
        <p:spPr>
          <a:xfrm>
            <a:off x="457200" y="1176263"/>
            <a:ext cx="6082130" cy="164592"/>
          </a:xfrm>
          <a:prstGeom prst="rect">
            <a:avLst/>
          </a:prstGeom>
          <a:noFill/>
          <a:ln/>
        </p:spPr>
        <p:txBody>
          <a:bodyPr wrap="square" lIns="0" tIns="0" rIns="0" bIns="0" rtlCol="0" anchor="t"/>
          <a:lstStyle/>
          <a:p>
            <a:pPr marL="0" indent="0" algn="l">
              <a:lnSpc>
                <a:spcPts val="1097"/>
              </a:lnSpc>
              <a:buNone/>
            </a:pPr>
            <a:r>
              <a:rPr lang="en-US" sz="800" kern="0" spc="161" dirty="0">
                <a:solidFill>
                  <a:srgbClr val="FF8EC7"/>
                </a:solidFill>
                <a:latin typeface="Courier New" pitchFamily="34" charset="0"/>
                <a:ea typeface="Courier New" pitchFamily="34" charset="-122"/>
                <a:cs typeface="Courier New" pitchFamily="34" charset="-120"/>
              </a:rPr>
              <a:t>JAVA PROJECT • ACADEMIC SUBMISSION • 2026</a:t>
            </a:r>
            <a:endParaRPr lang="en-US" sz="800" dirty="0"/>
          </a:p>
        </p:txBody>
      </p:sp>
      <p:sp>
        <p:nvSpPr>
          <p:cNvPr id="11" name="Text 7"/>
          <p:cNvSpPr/>
          <p:nvPr/>
        </p:nvSpPr>
        <p:spPr>
          <a:xfrm>
            <a:off x="457200" y="1458441"/>
            <a:ext cx="5280660" cy="1846959"/>
          </a:xfrm>
          <a:prstGeom prst="rect">
            <a:avLst/>
          </a:prstGeom>
          <a:noFill/>
          <a:ln/>
        </p:spPr>
        <p:txBody>
          <a:bodyPr wrap="none" lIns="0" tIns="0" rIns="0" bIns="0" rtlCol="0" anchor="t"/>
          <a:lstStyle/>
          <a:p>
            <a:pPr marL="0" indent="0" algn="l">
              <a:lnSpc>
                <a:spcPts val="4489"/>
              </a:lnSpc>
              <a:buNone/>
            </a:pPr>
            <a:r>
              <a:rPr lang="en-US" sz="4725" kern="0" spc="47" dirty="0">
                <a:solidFill>
                  <a:srgbClr val="FF3D8B"/>
                </a:solidFill>
                <a:latin typeface="Liberation Sans Narrow" pitchFamily="34" charset="0"/>
                <a:ea typeface="Liberation Sans Narrow" pitchFamily="34" charset="-122"/>
                <a:cs typeface="Liberation Sans Narrow" pitchFamily="34" charset="-120"/>
              </a:rPr>
              <a:t>Music Playlist</a:t>
            </a:r>
            <a:endParaRPr lang="en-US" sz="4725" dirty="0"/>
          </a:p>
          <a:p>
            <a:pPr marL="0" indent="0" algn="l">
              <a:lnSpc>
                <a:spcPts val="4489"/>
              </a:lnSpc>
              <a:buNone/>
            </a:pPr>
            <a:r>
              <a:rPr lang="en-US" sz="4725" kern="0" spc="47" dirty="0">
                <a:solidFill>
                  <a:srgbClr val="FF3D8B"/>
                </a:solidFill>
                <a:latin typeface="Liberation Sans Narrow" pitchFamily="34" charset="0"/>
                <a:ea typeface="Liberation Sans Narrow" pitchFamily="34" charset="-122"/>
                <a:cs typeface="Liberation Sans Narrow" pitchFamily="34" charset="-120"/>
              </a:rPr>
              <a:t>&amp; Listening Stats</a:t>
            </a:r>
            <a:endParaRPr lang="en-US" sz="4725" dirty="0"/>
          </a:p>
          <a:p>
            <a:pPr marL="0" indent="0" algn="l">
              <a:lnSpc>
                <a:spcPts val="4489"/>
              </a:lnSpc>
              <a:buNone/>
            </a:pPr>
            <a:r>
              <a:rPr lang="en-US" sz="4725" kern="0" spc="47" dirty="0">
                <a:solidFill>
                  <a:srgbClr val="F3EAFE"/>
                </a:solidFill>
                <a:latin typeface="Liberation Sans Narrow" pitchFamily="34" charset="0"/>
                <a:ea typeface="Liberation Sans Narrow" pitchFamily="34" charset="-122"/>
                <a:cs typeface="Liberation Sans Narrow" pitchFamily="34" charset="-120"/>
              </a:rPr>
              <a:t>Manager</a:t>
            </a:r>
            <a:endParaRPr lang="en-US" sz="4725" dirty="0"/>
          </a:p>
        </p:txBody>
      </p:sp>
      <p:pic>
        <p:nvPicPr>
          <p:cNvPr id="12" name="Image 2" descr="preencoded.png"/>
          <p:cNvPicPr>
            <a:picLocks noChangeAspect="1"/>
          </p:cNvPicPr>
          <p:nvPr/>
        </p:nvPicPr>
        <p:blipFill>
          <a:blip r:embed="rId4"/>
          <a:stretch>
            <a:fillRect/>
          </a:stretch>
        </p:blipFill>
        <p:spPr>
          <a:xfrm>
            <a:off x="457200" y="3340038"/>
            <a:ext cx="2000250" cy="28575"/>
          </a:xfrm>
          <a:prstGeom prst="rect">
            <a:avLst/>
          </a:prstGeom>
        </p:spPr>
      </p:pic>
      <p:sp>
        <p:nvSpPr>
          <p:cNvPr id="13" name="Text 8"/>
          <p:cNvSpPr/>
          <p:nvPr/>
        </p:nvSpPr>
        <p:spPr>
          <a:xfrm>
            <a:off x="457200" y="3511488"/>
            <a:ext cx="4572000" cy="492088"/>
          </a:xfrm>
          <a:prstGeom prst="rect">
            <a:avLst/>
          </a:prstGeom>
          <a:noFill/>
          <a:ln/>
        </p:spPr>
        <p:txBody>
          <a:bodyPr wrap="square" lIns="0" tIns="0" rIns="0" bIns="0" rtlCol="0" anchor="t"/>
          <a:lstStyle/>
          <a:p>
            <a:pPr marL="0" indent="0" algn="l">
              <a:lnSpc>
                <a:spcPts val="1794"/>
              </a:lnSpc>
              <a:buNone/>
            </a:pPr>
            <a:r>
              <a:rPr lang="en-US" sz="1238" dirty="0">
                <a:solidFill>
                  <a:srgbClr val="B8A9D9"/>
                </a:solidFill>
                <a:latin typeface="Carlito" pitchFamily="34" charset="0"/>
                <a:ea typeface="Carlito" pitchFamily="34" charset="-122"/>
                <a:cs typeface="Carlito" pitchFamily="34" charset="-120"/>
              </a:rPr>
              <a:t>A Java-based console application for organising playlists, tracking play counts, and analysing listening habits.</a:t>
            </a:r>
            <a:endParaRPr lang="en-US" sz="1238" dirty="0"/>
          </a:p>
        </p:txBody>
      </p:sp>
      <p:pic>
        <p:nvPicPr>
          <p:cNvPr id="14" name="Image 3" descr="preencoded.png"/>
          <p:cNvPicPr>
            <a:picLocks noChangeAspect="1"/>
          </p:cNvPicPr>
          <p:nvPr/>
        </p:nvPicPr>
        <p:blipFill>
          <a:blip r:embed="rId5"/>
          <a:stretch>
            <a:fillRect/>
          </a:stretch>
        </p:blipFill>
        <p:spPr>
          <a:xfrm>
            <a:off x="5872163" y="1357313"/>
            <a:ext cx="2428875" cy="2428875"/>
          </a:xfrm>
          <a:prstGeom prst="rect">
            <a:avLst/>
          </a:prstGeom>
        </p:spPr>
      </p:pic>
      <p:sp>
        <p:nvSpPr>
          <p:cNvPr id="15" name="Text 9"/>
          <p:cNvSpPr/>
          <p:nvPr/>
        </p:nvSpPr>
        <p:spPr>
          <a:xfrm>
            <a:off x="5872163" y="1357313"/>
            <a:ext cx="2428875" cy="2428875"/>
          </a:xfrm>
          <a:prstGeom prst="ellipse">
            <a:avLst/>
          </a:prstGeom>
          <a:solidFill>
            <a:srgbClr val="9B51E0">
              <a:alpha val="5000"/>
            </a:srgbClr>
          </a:solidFill>
          <a:ln/>
        </p:spPr>
        <p:txBody>
          <a:bodyPr wrap="square" rtlCol="0" anchor="ctr"/>
          <a:lstStyle/>
          <a:p>
            <a:pPr marL="0" indent="0">
              <a:buNone/>
            </a:pPr>
            <a:endParaRPr lang="en-US" dirty="0"/>
          </a:p>
        </p:txBody>
      </p:sp>
      <p:pic>
        <p:nvPicPr>
          <p:cNvPr id="16" name="Image 4" descr="preencoded.png"/>
          <p:cNvPicPr>
            <a:picLocks noChangeAspect="1"/>
          </p:cNvPicPr>
          <p:nvPr/>
        </p:nvPicPr>
        <p:blipFill>
          <a:blip r:embed="rId6"/>
          <a:stretch>
            <a:fillRect/>
          </a:stretch>
        </p:blipFill>
        <p:spPr>
          <a:xfrm>
            <a:off x="6172200" y="2421731"/>
            <a:ext cx="100013" cy="371475"/>
          </a:xfrm>
          <a:prstGeom prst="rect">
            <a:avLst/>
          </a:prstGeom>
        </p:spPr>
      </p:pic>
      <p:pic>
        <p:nvPicPr>
          <p:cNvPr id="17" name="Image 5" descr="preencoded.png"/>
          <p:cNvPicPr>
            <a:picLocks noChangeAspect="1"/>
          </p:cNvPicPr>
          <p:nvPr/>
        </p:nvPicPr>
        <p:blipFill>
          <a:blip r:embed="rId7"/>
          <a:stretch>
            <a:fillRect/>
          </a:stretch>
        </p:blipFill>
        <p:spPr>
          <a:xfrm>
            <a:off x="6329363" y="2096691"/>
            <a:ext cx="100013" cy="696516"/>
          </a:xfrm>
          <a:prstGeom prst="rect">
            <a:avLst/>
          </a:prstGeom>
        </p:spPr>
      </p:pic>
      <p:pic>
        <p:nvPicPr>
          <p:cNvPr id="18" name="Image 6" descr="preencoded.png"/>
          <p:cNvPicPr>
            <a:picLocks noChangeAspect="1"/>
          </p:cNvPicPr>
          <p:nvPr/>
        </p:nvPicPr>
        <p:blipFill>
          <a:blip r:embed="rId8"/>
          <a:stretch>
            <a:fillRect/>
          </a:stretch>
        </p:blipFill>
        <p:spPr>
          <a:xfrm>
            <a:off x="6486525" y="2282428"/>
            <a:ext cx="100013" cy="510778"/>
          </a:xfrm>
          <a:prstGeom prst="rect">
            <a:avLst/>
          </a:prstGeom>
        </p:spPr>
      </p:pic>
      <p:pic>
        <p:nvPicPr>
          <p:cNvPr id="19" name="Image 7" descr="preencoded.png"/>
          <p:cNvPicPr>
            <a:picLocks noChangeAspect="1"/>
          </p:cNvPicPr>
          <p:nvPr/>
        </p:nvPicPr>
        <p:blipFill>
          <a:blip r:embed="rId9"/>
          <a:stretch>
            <a:fillRect/>
          </a:stretch>
        </p:blipFill>
        <p:spPr>
          <a:xfrm>
            <a:off x="6643688" y="1910953"/>
            <a:ext cx="100013" cy="882253"/>
          </a:xfrm>
          <a:prstGeom prst="rect">
            <a:avLst/>
          </a:prstGeom>
        </p:spPr>
      </p:pic>
      <p:pic>
        <p:nvPicPr>
          <p:cNvPr id="20" name="Image 8" descr="preencoded.png"/>
          <p:cNvPicPr>
            <a:picLocks noChangeAspect="1"/>
          </p:cNvPicPr>
          <p:nvPr/>
        </p:nvPicPr>
        <p:blipFill>
          <a:blip r:embed="rId10"/>
          <a:stretch>
            <a:fillRect/>
          </a:stretch>
        </p:blipFill>
        <p:spPr>
          <a:xfrm>
            <a:off x="6800850" y="2189559"/>
            <a:ext cx="100013" cy="603647"/>
          </a:xfrm>
          <a:prstGeom prst="rect">
            <a:avLst/>
          </a:prstGeom>
        </p:spPr>
      </p:pic>
      <p:pic>
        <p:nvPicPr>
          <p:cNvPr id="21" name="Image 9" descr="preencoded.png"/>
          <p:cNvPicPr>
            <a:picLocks noChangeAspect="1"/>
          </p:cNvPicPr>
          <p:nvPr/>
        </p:nvPicPr>
        <p:blipFill>
          <a:blip r:embed="rId11"/>
          <a:stretch>
            <a:fillRect/>
          </a:stretch>
        </p:blipFill>
        <p:spPr>
          <a:xfrm>
            <a:off x="6958013" y="2003822"/>
            <a:ext cx="100013" cy="789384"/>
          </a:xfrm>
          <a:prstGeom prst="rect">
            <a:avLst/>
          </a:prstGeom>
        </p:spPr>
      </p:pic>
      <p:pic>
        <p:nvPicPr>
          <p:cNvPr id="22" name="Image 10" descr="preencoded.png"/>
          <p:cNvPicPr>
            <a:picLocks noChangeAspect="1"/>
          </p:cNvPicPr>
          <p:nvPr/>
        </p:nvPicPr>
        <p:blipFill>
          <a:blip r:embed="rId12"/>
          <a:stretch>
            <a:fillRect/>
          </a:stretch>
        </p:blipFill>
        <p:spPr>
          <a:xfrm>
            <a:off x="7115175" y="2468166"/>
            <a:ext cx="100013" cy="325041"/>
          </a:xfrm>
          <a:prstGeom prst="rect">
            <a:avLst/>
          </a:prstGeom>
        </p:spPr>
      </p:pic>
      <p:pic>
        <p:nvPicPr>
          <p:cNvPr id="23" name="Image 11" descr="preencoded.png"/>
          <p:cNvPicPr>
            <a:picLocks noChangeAspect="1"/>
          </p:cNvPicPr>
          <p:nvPr/>
        </p:nvPicPr>
        <p:blipFill>
          <a:blip r:embed="rId13"/>
          <a:stretch>
            <a:fillRect/>
          </a:stretch>
        </p:blipFill>
        <p:spPr>
          <a:xfrm>
            <a:off x="7272338" y="2143125"/>
            <a:ext cx="100013" cy="650081"/>
          </a:xfrm>
          <a:prstGeom prst="rect">
            <a:avLst/>
          </a:prstGeom>
        </p:spPr>
      </p:pic>
      <p:pic>
        <p:nvPicPr>
          <p:cNvPr id="24" name="Image 12" descr="preencoded.png"/>
          <p:cNvPicPr>
            <a:picLocks noChangeAspect="1"/>
          </p:cNvPicPr>
          <p:nvPr/>
        </p:nvPicPr>
        <p:blipFill>
          <a:blip r:embed="rId14"/>
          <a:stretch>
            <a:fillRect/>
          </a:stretch>
        </p:blipFill>
        <p:spPr>
          <a:xfrm>
            <a:off x="7429500" y="1864519"/>
            <a:ext cx="100013" cy="928688"/>
          </a:xfrm>
          <a:prstGeom prst="rect">
            <a:avLst/>
          </a:prstGeom>
        </p:spPr>
      </p:pic>
      <p:pic>
        <p:nvPicPr>
          <p:cNvPr id="25" name="Image 13" descr="preencoded.png"/>
          <p:cNvPicPr>
            <a:picLocks noChangeAspect="1"/>
          </p:cNvPicPr>
          <p:nvPr/>
        </p:nvPicPr>
        <p:blipFill>
          <a:blip r:embed="rId15"/>
          <a:stretch>
            <a:fillRect/>
          </a:stretch>
        </p:blipFill>
        <p:spPr>
          <a:xfrm>
            <a:off x="7586663" y="2328863"/>
            <a:ext cx="100013" cy="464344"/>
          </a:xfrm>
          <a:prstGeom prst="rect">
            <a:avLst/>
          </a:prstGeom>
        </p:spPr>
      </p:pic>
      <p:pic>
        <p:nvPicPr>
          <p:cNvPr id="26" name="Image 14" descr="preencoded.png"/>
          <p:cNvPicPr>
            <a:picLocks noChangeAspect="1"/>
          </p:cNvPicPr>
          <p:nvPr/>
        </p:nvPicPr>
        <p:blipFill>
          <a:blip r:embed="rId16"/>
          <a:stretch>
            <a:fillRect/>
          </a:stretch>
        </p:blipFill>
        <p:spPr>
          <a:xfrm>
            <a:off x="7743825" y="2050256"/>
            <a:ext cx="100013" cy="742950"/>
          </a:xfrm>
          <a:prstGeom prst="rect">
            <a:avLst/>
          </a:prstGeom>
        </p:spPr>
      </p:pic>
      <p:pic>
        <p:nvPicPr>
          <p:cNvPr id="27" name="Image 15" descr="preencoded.png"/>
          <p:cNvPicPr>
            <a:picLocks noChangeAspect="1"/>
          </p:cNvPicPr>
          <p:nvPr/>
        </p:nvPicPr>
        <p:blipFill>
          <a:blip r:embed="rId17"/>
          <a:stretch>
            <a:fillRect/>
          </a:stretch>
        </p:blipFill>
        <p:spPr>
          <a:xfrm>
            <a:off x="7900988" y="2514600"/>
            <a:ext cx="100013" cy="278606"/>
          </a:xfrm>
          <a:prstGeom prst="rect">
            <a:avLst/>
          </a:prstGeom>
        </p:spPr>
      </p:pic>
      <p:sp>
        <p:nvSpPr>
          <p:cNvPr id="28" name="Text 10"/>
          <p:cNvSpPr/>
          <p:nvPr/>
        </p:nvSpPr>
        <p:spPr>
          <a:xfrm>
            <a:off x="6469599" y="2950369"/>
            <a:ext cx="1234001" cy="140446"/>
          </a:xfrm>
          <a:prstGeom prst="rect">
            <a:avLst/>
          </a:prstGeom>
          <a:noFill/>
          <a:ln/>
        </p:spPr>
        <p:txBody>
          <a:bodyPr wrap="none" lIns="0" tIns="0" rIns="0" bIns="0" rtlCol="0" anchor="t">
            <a:normAutofit/>
          </a:bodyPr>
          <a:lstStyle/>
          <a:p>
            <a:pPr marL="0" indent="0" algn="ctr">
              <a:lnSpc>
                <a:spcPts val="1097"/>
              </a:lnSpc>
              <a:buNone/>
            </a:pPr>
            <a:r>
              <a:rPr lang="en-US" sz="800" kern="0" spc="146" dirty="0">
                <a:solidFill>
                  <a:srgbClr val="B8A9D9"/>
                </a:solidFill>
                <a:latin typeface="Courier New" pitchFamily="34" charset="0"/>
                <a:ea typeface="Courier New" pitchFamily="34" charset="-122"/>
                <a:cs typeface="Courier New" pitchFamily="34" charset="-120"/>
              </a:rPr>
              <a:t>NOW PLAYING</a:t>
            </a:r>
            <a:endParaRPr lang="en-US" sz="800" dirty="0"/>
          </a:p>
        </p:txBody>
      </p:sp>
      <p:sp>
        <p:nvSpPr>
          <p:cNvPr id="29" name="Text 11"/>
          <p:cNvSpPr/>
          <p:nvPr/>
        </p:nvSpPr>
        <p:spPr>
          <a:xfrm>
            <a:off x="6552855" y="3118247"/>
            <a:ext cx="1067491" cy="173593"/>
          </a:xfrm>
          <a:prstGeom prst="rect">
            <a:avLst/>
          </a:prstGeom>
          <a:noFill/>
          <a:ln/>
        </p:spPr>
        <p:txBody>
          <a:bodyPr wrap="none" lIns="0" tIns="0" rIns="0" bIns="0" rtlCol="0" anchor="t"/>
          <a:lstStyle/>
          <a:p>
            <a:pPr marL="0" indent="0" algn="ctr">
              <a:lnSpc>
                <a:spcPts val="1266"/>
              </a:lnSpc>
              <a:buNone/>
            </a:pPr>
            <a:r>
              <a:rPr lang="en-US" sz="844" dirty="0">
                <a:solidFill>
                  <a:srgbClr val="F3EAFE"/>
                </a:solidFill>
                <a:latin typeface="Courier New" pitchFamily="34" charset="0"/>
                <a:ea typeface="Courier New" pitchFamily="34" charset="-122"/>
                <a:cs typeface="Courier New" pitchFamily="34" charset="-120"/>
              </a:rPr>
              <a:t>Your Project Demo</a:t>
            </a:r>
            <a:endParaRPr lang="en-US" sz="844" dirty="0"/>
          </a:p>
        </p:txBody>
      </p:sp>
      <p:sp>
        <p:nvSpPr>
          <p:cNvPr id="30" name="Text 12"/>
          <p:cNvSpPr/>
          <p:nvPr/>
        </p:nvSpPr>
        <p:spPr>
          <a:xfrm>
            <a:off x="460772" y="4279106"/>
            <a:ext cx="8222456" cy="603647"/>
          </a:xfrm>
          <a:prstGeom prst="roundRect">
            <a:avLst>
              <a:gd name="adj" fmla="val 22091"/>
            </a:avLst>
          </a:prstGeom>
          <a:solidFill>
            <a:srgbClr val="FFFFFF">
              <a:alpha val="4000"/>
            </a:srgbClr>
          </a:solidFill>
          <a:ln w="7144">
            <a:solidFill>
              <a:srgbClr val="C77DFF"/>
            </a:solidFill>
            <a:prstDash val="solid"/>
          </a:ln>
        </p:spPr>
        <p:txBody>
          <a:bodyPr wrap="square" rtlCol="0" anchor="ctr"/>
          <a:lstStyle/>
          <a:p>
            <a:pPr marL="0" indent="0">
              <a:buNone/>
            </a:pPr>
            <a:endParaRPr lang="en-US" dirty="0"/>
          </a:p>
        </p:txBody>
      </p:sp>
      <p:sp>
        <p:nvSpPr>
          <p:cNvPr id="31" name="Text 13"/>
          <p:cNvSpPr/>
          <p:nvPr/>
        </p:nvSpPr>
        <p:spPr>
          <a:xfrm>
            <a:off x="721519" y="4411266"/>
            <a:ext cx="3419983" cy="140446"/>
          </a:xfrm>
          <a:prstGeom prst="rect">
            <a:avLst/>
          </a:prstGeom>
          <a:noFill/>
          <a:ln/>
        </p:spPr>
        <p:txBody>
          <a:bodyPr wrap="none" lIns="0" tIns="0" rIns="0" bIns="0" rtlCol="0" anchor="t">
            <a:normAutofit/>
          </a:bodyPr>
          <a:lstStyle/>
          <a:p>
            <a:pPr marL="0" indent="0" algn="l">
              <a:lnSpc>
                <a:spcPts val="1097"/>
              </a:lnSpc>
              <a:buNone/>
            </a:pPr>
            <a:r>
              <a:rPr lang="en-US" sz="800" kern="0" spc="161" dirty="0">
                <a:solidFill>
                  <a:srgbClr val="B8A9D9"/>
                </a:solidFill>
                <a:latin typeface="Courier New" pitchFamily="34" charset="0"/>
                <a:ea typeface="Courier New" pitchFamily="34" charset="-122"/>
                <a:cs typeface="Courier New" pitchFamily="34" charset="-120"/>
              </a:rPr>
              <a:t>STUDENT NAMES</a:t>
            </a:r>
            <a:endParaRPr lang="en-US" sz="800" dirty="0"/>
          </a:p>
        </p:txBody>
      </p:sp>
      <p:sp>
        <p:nvSpPr>
          <p:cNvPr id="32" name="Text 14"/>
          <p:cNvSpPr/>
          <p:nvPr/>
        </p:nvSpPr>
        <p:spPr>
          <a:xfrm>
            <a:off x="721519" y="4579144"/>
            <a:ext cx="2689970" cy="171450"/>
          </a:xfrm>
          <a:prstGeom prst="rect">
            <a:avLst/>
          </a:prstGeom>
          <a:noFill/>
          <a:ln/>
        </p:spPr>
        <p:txBody>
          <a:bodyPr wrap="square" lIns="0" tIns="0" rIns="0" bIns="0" rtlCol="0" anchor="t"/>
          <a:lstStyle/>
          <a:p>
            <a:pPr marL="0" indent="0" algn="l">
              <a:lnSpc>
                <a:spcPts val="1350"/>
              </a:lnSpc>
              <a:buNone/>
            </a:pPr>
            <a:r>
              <a:rPr lang="en-US" sz="900" dirty="0">
                <a:solidFill>
                  <a:srgbClr val="F3EAFE"/>
                </a:solidFill>
                <a:latin typeface="Liberation Sans Narrow" pitchFamily="34" charset="0"/>
                <a:ea typeface="Liberation Sans Narrow" pitchFamily="34" charset="-122"/>
                <a:cs typeface="Liberation Sans Narrow" pitchFamily="34" charset="-120"/>
              </a:rPr>
              <a:t>Boga Shashank • Yarlagadda </a:t>
            </a:r>
            <a:r>
              <a:rPr lang="en-US" sz="900" dirty="0" err="1">
                <a:solidFill>
                  <a:srgbClr val="F3EAFE"/>
                </a:solidFill>
                <a:latin typeface="Liberation Sans Narrow" pitchFamily="34" charset="0"/>
                <a:ea typeface="Liberation Sans Narrow" pitchFamily="34" charset="-122"/>
                <a:cs typeface="Liberation Sans Narrow" pitchFamily="34" charset="-120"/>
              </a:rPr>
              <a:t>Druveen</a:t>
            </a:r>
            <a:endParaRPr lang="en-US" sz="900" dirty="0"/>
          </a:p>
        </p:txBody>
      </p:sp>
      <p:sp>
        <p:nvSpPr>
          <p:cNvPr id="33" name="Text 15"/>
          <p:cNvSpPr/>
          <p:nvPr/>
        </p:nvSpPr>
        <p:spPr>
          <a:xfrm>
            <a:off x="3447976" y="4411266"/>
            <a:ext cx="2255081" cy="140446"/>
          </a:xfrm>
          <a:prstGeom prst="rect">
            <a:avLst/>
          </a:prstGeom>
          <a:noFill/>
          <a:ln/>
        </p:spPr>
        <p:txBody>
          <a:bodyPr wrap="none" lIns="0" tIns="0" rIns="0" bIns="0" rtlCol="0" anchor="t">
            <a:normAutofit/>
          </a:bodyPr>
          <a:lstStyle/>
          <a:p>
            <a:pPr marL="0" indent="0" algn="l">
              <a:lnSpc>
                <a:spcPts val="1097"/>
              </a:lnSpc>
              <a:buNone/>
            </a:pPr>
            <a:r>
              <a:rPr lang="en-US" sz="800" kern="0" spc="161" dirty="0">
                <a:solidFill>
                  <a:srgbClr val="B8A9D9"/>
                </a:solidFill>
                <a:latin typeface="Courier New" pitchFamily="34" charset="0"/>
                <a:ea typeface="Courier New" pitchFamily="34" charset="-122"/>
                <a:cs typeface="Courier New" pitchFamily="34" charset="-120"/>
              </a:rPr>
              <a:t>ROLL NUMBERS</a:t>
            </a:r>
            <a:endParaRPr lang="en-US" sz="800" dirty="0"/>
          </a:p>
        </p:txBody>
      </p:sp>
      <p:sp>
        <p:nvSpPr>
          <p:cNvPr id="34" name="Text 16"/>
          <p:cNvSpPr/>
          <p:nvPr/>
        </p:nvSpPr>
        <p:spPr>
          <a:xfrm>
            <a:off x="3447976" y="4579144"/>
            <a:ext cx="2255081" cy="171450"/>
          </a:xfrm>
          <a:prstGeom prst="rect">
            <a:avLst/>
          </a:prstGeom>
          <a:noFill/>
          <a:ln/>
        </p:spPr>
        <p:txBody>
          <a:bodyPr wrap="none" lIns="0" tIns="0" rIns="0" bIns="0" rtlCol="0" anchor="t"/>
          <a:lstStyle/>
          <a:p>
            <a:pPr marL="0" indent="0" algn="l">
              <a:lnSpc>
                <a:spcPts val="1350"/>
              </a:lnSpc>
              <a:buNone/>
            </a:pPr>
            <a:r>
              <a:rPr lang="en-US" sz="900" dirty="0">
                <a:solidFill>
                  <a:srgbClr val="F3EAFE"/>
                </a:solidFill>
                <a:latin typeface="Liberation Sans Narrow" pitchFamily="34" charset="0"/>
                <a:ea typeface="Liberation Sans Narrow" pitchFamily="34" charset="-122"/>
                <a:cs typeface="Liberation Sans Narrow" pitchFamily="34" charset="-120"/>
              </a:rPr>
              <a:t>2620040175 • 2620030528</a:t>
            </a:r>
            <a:endParaRPr lang="en-US" sz="900" dirty="0"/>
          </a:p>
        </p:txBody>
      </p:sp>
      <p:sp>
        <p:nvSpPr>
          <p:cNvPr id="35" name="Text 17"/>
          <p:cNvSpPr/>
          <p:nvPr/>
        </p:nvSpPr>
        <p:spPr>
          <a:xfrm>
            <a:off x="6053100" y="4411266"/>
            <a:ext cx="2254969" cy="140446"/>
          </a:xfrm>
          <a:prstGeom prst="rect">
            <a:avLst/>
          </a:prstGeom>
          <a:noFill/>
          <a:ln/>
        </p:spPr>
        <p:txBody>
          <a:bodyPr wrap="none" lIns="0" tIns="0" rIns="0" bIns="0" rtlCol="0" anchor="t">
            <a:normAutofit/>
          </a:bodyPr>
          <a:lstStyle/>
          <a:p>
            <a:pPr marL="0" indent="0" algn="l">
              <a:lnSpc>
                <a:spcPts val="1097"/>
              </a:lnSpc>
              <a:buNone/>
            </a:pPr>
            <a:r>
              <a:rPr lang="en-US" sz="800" kern="0" spc="161" dirty="0">
                <a:solidFill>
                  <a:srgbClr val="B8A9D9"/>
                </a:solidFill>
                <a:latin typeface="Courier New" pitchFamily="34" charset="0"/>
                <a:ea typeface="Courier New" pitchFamily="34" charset="-122"/>
                <a:cs typeface="Courier New" pitchFamily="34" charset="-120"/>
              </a:rPr>
              <a:t>BATCH</a:t>
            </a:r>
            <a:endParaRPr lang="en-US" sz="800" dirty="0"/>
          </a:p>
        </p:txBody>
      </p:sp>
      <p:sp>
        <p:nvSpPr>
          <p:cNvPr id="36" name="Text 18"/>
          <p:cNvSpPr/>
          <p:nvPr/>
        </p:nvSpPr>
        <p:spPr>
          <a:xfrm>
            <a:off x="6053100" y="4579144"/>
            <a:ext cx="2254969" cy="171450"/>
          </a:xfrm>
          <a:prstGeom prst="rect">
            <a:avLst/>
          </a:prstGeom>
          <a:noFill/>
          <a:ln/>
        </p:spPr>
        <p:txBody>
          <a:bodyPr wrap="none" lIns="0" tIns="0" rIns="0" bIns="0" rtlCol="0" anchor="t"/>
          <a:lstStyle/>
          <a:p>
            <a:pPr marL="0" indent="0" algn="l">
              <a:lnSpc>
                <a:spcPts val="1350"/>
              </a:lnSpc>
              <a:buNone/>
            </a:pPr>
            <a:r>
              <a:rPr lang="en-US" sz="900" dirty="0">
                <a:solidFill>
                  <a:srgbClr val="F3EAFE"/>
                </a:solidFill>
                <a:latin typeface="Courier New" pitchFamily="34" charset="0"/>
                <a:cs typeface="Courier New" pitchFamily="34" charset="-120"/>
              </a:rPr>
              <a:t>15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14514"/>
            <a:ext cx="9144000" cy="5143500"/>
          </a:xfrm>
          <a:prstGeom prst="rect">
            <a:avLst/>
          </a:prstGeom>
        </p:spPr>
      </p:pic>
      <p:sp>
        <p:nvSpPr>
          <p:cNvPr id="4" name="Text 0"/>
          <p:cNvSpPr/>
          <p:nvPr/>
        </p:nvSpPr>
        <p:spPr>
          <a:xfrm>
            <a:off x="8215313" y="-285750"/>
            <a:ext cx="928688" cy="2143125"/>
          </a:xfrm>
          <a:prstGeom prst="rect">
            <a:avLst/>
          </a:prstGeom>
          <a:noFill/>
          <a:ln/>
        </p:spPr>
        <p:txBody>
          <a:bodyPr wrap="none" lIns="0" tIns="0" rIns="0" bIns="0" rtlCol="0" anchor="ctr"/>
          <a:lstStyle/>
          <a:p>
            <a:pPr marL="0" indent="0" algn="ctr">
              <a:buNone/>
            </a:pPr>
            <a:r>
              <a:rPr lang="en-US" sz="11250" dirty="0">
                <a:solidFill>
                  <a:srgbClr val="C77DFF">
                    <a:alpha val="8000"/>
                  </a:srgbClr>
                </a:solidFill>
                <a:latin typeface="Segoe UI Symbol" pitchFamily="34" charset="0"/>
                <a:ea typeface="Segoe UI Symbol" pitchFamily="34" charset="-122"/>
                <a:cs typeface="Segoe UI Symbol" pitchFamily="34" charset="-120"/>
              </a:rPr>
              <a:t>♫</a:t>
            </a:r>
            <a:endParaRPr lang="en-US" sz="11250" dirty="0"/>
          </a:p>
        </p:txBody>
      </p:sp>
      <p:pic>
        <p:nvPicPr>
          <p:cNvPr id="5" name="Image 2" descr="preencoded.png"/>
          <p:cNvPicPr>
            <a:picLocks noChangeAspect="1"/>
          </p:cNvPicPr>
          <p:nvPr/>
        </p:nvPicPr>
        <p:blipFill>
          <a:blip r:embed="rId4"/>
          <a:stretch>
            <a:fillRect/>
          </a:stretch>
        </p:blipFill>
        <p:spPr>
          <a:xfrm>
            <a:off x="457200" y="4893469"/>
            <a:ext cx="57150" cy="57150"/>
          </a:xfrm>
          <a:prstGeom prst="rect">
            <a:avLst/>
          </a:prstGeom>
        </p:spPr>
      </p:pic>
      <p:sp>
        <p:nvSpPr>
          <p:cNvPr id="6" name="Text 1"/>
          <p:cNvSpPr/>
          <p:nvPr/>
        </p:nvSpPr>
        <p:spPr>
          <a:xfrm>
            <a:off x="585788" y="4857750"/>
            <a:ext cx="2668828"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7" name="Text 2"/>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02 / 15</a:t>
            </a:r>
            <a:endParaRPr lang="en-US" sz="800" dirty="0"/>
          </a:p>
        </p:txBody>
      </p:sp>
      <p:sp>
        <p:nvSpPr>
          <p:cNvPr id="8" name="Text 3"/>
          <p:cNvSpPr/>
          <p:nvPr/>
        </p:nvSpPr>
        <p:spPr>
          <a:xfrm>
            <a:off x="457200" y="400050"/>
            <a:ext cx="8636000" cy="164592"/>
          </a:xfrm>
          <a:prstGeom prst="rect">
            <a:avLst/>
          </a:prstGeom>
          <a:noFill/>
          <a:ln/>
        </p:spPr>
        <p:txBody>
          <a:bodyPr wrap="none" lIns="0" tIns="0" rIns="0" bIns="0" rtlCol="0" anchor="t"/>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01 / 15 — INTRODUCTION</a:t>
            </a:r>
            <a:endParaRPr lang="en-US" sz="800" dirty="0"/>
          </a:p>
        </p:txBody>
      </p:sp>
      <p:sp>
        <p:nvSpPr>
          <p:cNvPr id="9" name="Text 4"/>
          <p:cNvSpPr/>
          <p:nvPr/>
        </p:nvSpPr>
        <p:spPr>
          <a:xfrm>
            <a:off x="457200" y="635794"/>
            <a:ext cx="8636000" cy="421204"/>
          </a:xfrm>
          <a:prstGeom prst="rect">
            <a:avLst/>
          </a:prstGeom>
          <a:noFill/>
          <a:ln/>
        </p:spPr>
        <p:txBody>
          <a:bodyPr wrap="none" lIns="0" tIns="0" rIns="0" bIns="0" rtlCol="0" anchor="t"/>
          <a:lstStyle/>
          <a:p>
            <a:pPr marL="0" indent="0" algn="l">
              <a:lnSpc>
                <a:spcPts val="3071"/>
              </a:lnSpc>
              <a:buNone/>
            </a:pPr>
            <a:r>
              <a:rPr lang="en-US" sz="2925" b="1" kern="0" spc="-29" dirty="0">
                <a:solidFill>
                  <a:srgbClr val="F3EAFE"/>
                </a:solidFill>
                <a:latin typeface="Carlito" pitchFamily="34" charset="0"/>
                <a:ea typeface="Carlito" pitchFamily="34" charset="-122"/>
                <a:cs typeface="Carlito" pitchFamily="34" charset="-120"/>
              </a:rPr>
              <a:t>Introduction</a:t>
            </a:r>
            <a:endParaRPr lang="en-US" sz="2925" dirty="0"/>
          </a:p>
        </p:txBody>
      </p:sp>
      <p:sp>
        <p:nvSpPr>
          <p:cNvPr id="10" name="Text 5"/>
          <p:cNvSpPr/>
          <p:nvPr/>
        </p:nvSpPr>
        <p:spPr>
          <a:xfrm>
            <a:off x="457200" y="1197248"/>
            <a:ext cx="4607496" cy="1147885"/>
          </a:xfrm>
          <a:prstGeom prst="rect">
            <a:avLst/>
          </a:prstGeom>
          <a:noFill/>
          <a:ln/>
        </p:spPr>
        <p:txBody>
          <a:bodyPr wrap="square" lIns="0" tIns="0" rIns="0" bIns="0" rtlCol="0" anchor="t"/>
          <a:lstStyle/>
          <a:p>
            <a:pPr marL="0" indent="0" algn="l">
              <a:lnSpc>
                <a:spcPts val="1395"/>
              </a:lnSpc>
              <a:buNone/>
            </a:pPr>
            <a:r>
              <a:rPr lang="en-US" sz="872" dirty="0">
                <a:solidFill>
                  <a:srgbClr val="B8A9D9"/>
                </a:solidFill>
                <a:latin typeface="Carlito" pitchFamily="34" charset="0"/>
                <a:ea typeface="Carlito" pitchFamily="34" charset="-122"/>
                <a:cs typeface="Carlito" pitchFamily="34" charset="-120"/>
              </a:rPr>
              <a:t>Music is now an inseparable part of daily life, and so are the playlists we curate for every mood — from gym sessions to late-night study marathons. The Music Playlist and Listening Stats Manager is a console-based Java application designed to bring structure to this listening experience. It lets users organise their favourite tracks into named playlists, mark them as played, and instantly see meaningful statistics about what they actually listen to — not just what they think they listen to.</a:t>
            </a:r>
            <a:endParaRPr lang="en-US" sz="872" dirty="0"/>
          </a:p>
        </p:txBody>
      </p:sp>
      <p:sp>
        <p:nvSpPr>
          <p:cNvPr id="11" name="Text 6"/>
          <p:cNvSpPr/>
          <p:nvPr/>
        </p:nvSpPr>
        <p:spPr>
          <a:xfrm>
            <a:off x="457200" y="2402979"/>
            <a:ext cx="4607496" cy="1539795"/>
          </a:xfrm>
          <a:prstGeom prst="rect">
            <a:avLst/>
          </a:prstGeom>
          <a:noFill/>
          <a:ln/>
        </p:spPr>
        <p:txBody>
          <a:bodyPr wrap="square" lIns="0" tIns="0" rIns="0" bIns="0" rtlCol="0" anchor="t"/>
          <a:lstStyle/>
          <a:p>
            <a:pPr marL="0" indent="0" algn="l">
              <a:lnSpc>
                <a:spcPts val="1569"/>
              </a:lnSpc>
              <a:buNone/>
            </a:pPr>
            <a:r>
              <a:rPr lang="en-US" sz="600" dirty="0">
                <a:solidFill>
                  <a:srgbClr val="F3EAFE"/>
                </a:solidFill>
                <a:latin typeface="Carlito" pitchFamily="34" charset="0"/>
                <a:ea typeface="Carlito" pitchFamily="34" charset="-122"/>
                <a:cs typeface="Carlito" pitchFamily="34" charset="-120"/>
              </a:rPr>
              <a:t>●  </a:t>
            </a:r>
            <a:r>
              <a:rPr lang="en-US" sz="1013" dirty="0">
                <a:solidFill>
                  <a:srgbClr val="FF8EC7"/>
                </a:solidFill>
                <a:latin typeface="Carlito" pitchFamily="34" charset="0"/>
                <a:ea typeface="Carlito" pitchFamily="34" charset="-122"/>
                <a:cs typeface="Carlito" pitchFamily="34" charset="-120"/>
              </a:rPr>
              <a:t>Purpose</a:t>
            </a:r>
            <a:r>
              <a:rPr lang="en-US" sz="1013" dirty="0">
                <a:solidFill>
                  <a:srgbClr val="F3EAFE"/>
                </a:solidFill>
                <a:latin typeface="Carlito" pitchFamily="34" charset="0"/>
                <a:ea typeface="Carlito" pitchFamily="34" charset="-122"/>
                <a:cs typeface="Carlito" pitchFamily="34" charset="-120"/>
              </a:rPr>
              <a:t> — A self-contained Java CLI app that models playlists, songs, and listening behaviour in pure OOP style.</a:t>
            </a:r>
            <a:endParaRPr lang="en-US" sz="1013" dirty="0"/>
          </a:p>
          <a:p>
            <a:pPr marL="0" indent="0" algn="l">
              <a:lnSpc>
                <a:spcPts val="1569"/>
              </a:lnSpc>
              <a:buNone/>
            </a:pPr>
            <a:r>
              <a:rPr lang="en-US" sz="600" dirty="0">
                <a:solidFill>
                  <a:srgbClr val="F3EAFE"/>
                </a:solidFill>
                <a:latin typeface="Carlito" pitchFamily="34" charset="0"/>
                <a:ea typeface="Carlito" pitchFamily="34" charset="-122"/>
                <a:cs typeface="Carlito" pitchFamily="34" charset="-120"/>
              </a:rPr>
              <a:t>●  </a:t>
            </a:r>
            <a:r>
              <a:rPr lang="en-US" sz="1013" dirty="0">
                <a:solidFill>
                  <a:srgbClr val="FF8EC7"/>
                </a:solidFill>
                <a:latin typeface="Carlito" pitchFamily="34" charset="0"/>
                <a:ea typeface="Carlito" pitchFamily="34" charset="-122"/>
                <a:cs typeface="Carlito" pitchFamily="34" charset="-120"/>
              </a:rPr>
              <a:t>Scope</a:t>
            </a:r>
            <a:r>
              <a:rPr lang="en-US" sz="1013" dirty="0">
                <a:solidFill>
                  <a:srgbClr val="F3EAFE"/>
                </a:solidFill>
                <a:latin typeface="Carlito" pitchFamily="34" charset="0"/>
                <a:ea typeface="Carlito" pitchFamily="34" charset="-122"/>
                <a:cs typeface="Carlito" pitchFamily="34" charset="-120"/>
              </a:rPr>
              <a:t> — Covers playlist creation, song CRUD, play tracking, favorites, search/filter, and live statistics — no external database needed.</a:t>
            </a:r>
            <a:endParaRPr lang="en-US" sz="1013" dirty="0"/>
          </a:p>
          <a:p>
            <a:pPr marL="0" indent="0" algn="l">
              <a:lnSpc>
                <a:spcPts val="1569"/>
              </a:lnSpc>
              <a:buNone/>
            </a:pPr>
            <a:r>
              <a:rPr lang="en-US" sz="600" dirty="0">
                <a:solidFill>
                  <a:srgbClr val="F3EAFE"/>
                </a:solidFill>
                <a:latin typeface="Carlito" pitchFamily="34" charset="0"/>
                <a:ea typeface="Carlito" pitchFamily="34" charset="-122"/>
                <a:cs typeface="Carlito" pitchFamily="34" charset="-120"/>
              </a:rPr>
              <a:t>●  </a:t>
            </a:r>
            <a:r>
              <a:rPr lang="en-US" sz="1013" dirty="0">
                <a:solidFill>
                  <a:srgbClr val="FF8EC7"/>
                </a:solidFill>
                <a:latin typeface="Carlito" pitchFamily="34" charset="0"/>
                <a:ea typeface="Carlito" pitchFamily="34" charset="-122"/>
                <a:cs typeface="Carlito" pitchFamily="34" charset="-120"/>
              </a:rPr>
              <a:t>Audience</a:t>
            </a:r>
            <a:r>
              <a:rPr lang="en-US" sz="1013" dirty="0">
                <a:solidFill>
                  <a:srgbClr val="F3EAFE"/>
                </a:solidFill>
                <a:latin typeface="Carlito" pitchFamily="34" charset="0"/>
                <a:ea typeface="Carlito" pitchFamily="34" charset="-122"/>
                <a:cs typeface="Carlito" pitchFamily="34" charset="-120"/>
              </a:rPr>
              <a:t> — Students, music enthusiasts, and developers who want a lightweight, dependency-free music organiser.</a:t>
            </a:r>
            <a:endParaRPr lang="en-US" sz="1013" dirty="0"/>
          </a:p>
        </p:txBody>
      </p:sp>
      <p:pic>
        <p:nvPicPr>
          <p:cNvPr id="12" name="Image 3" descr="preencoded.png"/>
          <p:cNvPicPr>
            <a:picLocks noChangeAspect="1"/>
          </p:cNvPicPr>
          <p:nvPr/>
        </p:nvPicPr>
        <p:blipFill>
          <a:blip r:embed="rId5"/>
          <a:stretch>
            <a:fillRect/>
          </a:stretch>
        </p:blipFill>
        <p:spPr>
          <a:xfrm>
            <a:off x="5788709" y="1363536"/>
            <a:ext cx="2459827" cy="2724948"/>
          </a:xfrm>
          <a:prstGeom prst="rect">
            <a:avLst/>
          </a:prstGeom>
        </p:spPr>
      </p:pic>
      <p:pic>
        <p:nvPicPr>
          <p:cNvPr id="13" name="Image 4" descr="preencoded.png"/>
          <p:cNvPicPr>
            <a:picLocks noChangeAspect="1"/>
          </p:cNvPicPr>
          <p:nvPr/>
        </p:nvPicPr>
        <p:blipFill>
          <a:blip r:embed="rId6"/>
          <a:stretch>
            <a:fillRect/>
          </a:stretch>
        </p:blipFill>
        <p:spPr>
          <a:xfrm>
            <a:off x="5811583" y="1386410"/>
            <a:ext cx="2414080" cy="2679201"/>
          </a:xfrm>
          <a:prstGeom prst="rect">
            <a:avLst/>
          </a:prstGeom>
        </p:spPr>
      </p:pic>
      <p:sp>
        <p:nvSpPr>
          <p:cNvPr id="14" name="Text 7"/>
          <p:cNvSpPr/>
          <p:nvPr/>
        </p:nvSpPr>
        <p:spPr>
          <a:xfrm>
            <a:off x="5979326" y="1554153"/>
            <a:ext cx="2089175" cy="182795"/>
          </a:xfrm>
          <a:prstGeom prst="rect">
            <a:avLst/>
          </a:prstGeom>
          <a:noFill/>
          <a:ln/>
        </p:spPr>
        <p:txBody>
          <a:bodyPr wrap="none" lIns="0" tIns="0" rIns="0" bIns="0" rtlCol="0" anchor="t">
            <a:normAutofit/>
          </a:bodyPr>
          <a:lstStyle/>
          <a:p>
            <a:pPr marL="0" indent="0" algn="l">
              <a:lnSpc>
                <a:spcPts val="1097"/>
              </a:lnSpc>
              <a:buNone/>
            </a:pPr>
            <a:r>
              <a:rPr lang="en-US" sz="800" kern="0" spc="161" dirty="0">
                <a:solidFill>
                  <a:srgbClr val="FF8EC7"/>
                </a:solidFill>
                <a:latin typeface="Courier New" pitchFamily="34" charset="0"/>
                <a:ea typeface="Courier New" pitchFamily="34" charset="-122"/>
                <a:cs typeface="Courier New" pitchFamily="34" charset="-120"/>
              </a:rPr>
              <a:t>PLAYLIST CARD</a:t>
            </a:r>
            <a:endParaRPr lang="en-US" sz="800" dirty="0"/>
          </a:p>
        </p:txBody>
      </p:sp>
      <p:pic>
        <p:nvPicPr>
          <p:cNvPr id="15" name="Image 5" descr="preencoded.png"/>
          <p:cNvPicPr>
            <a:picLocks noChangeAspect="1"/>
          </p:cNvPicPr>
          <p:nvPr/>
        </p:nvPicPr>
        <p:blipFill>
          <a:blip r:embed="rId7"/>
          <a:stretch>
            <a:fillRect/>
          </a:stretch>
        </p:blipFill>
        <p:spPr>
          <a:xfrm>
            <a:off x="6005139" y="1705988"/>
            <a:ext cx="1620318" cy="1345200"/>
          </a:xfrm>
          <a:prstGeom prst="rect">
            <a:avLst/>
          </a:prstGeom>
        </p:spPr>
      </p:pic>
      <p:sp>
        <p:nvSpPr>
          <p:cNvPr id="16" name="Text 8"/>
          <p:cNvSpPr/>
          <p:nvPr/>
        </p:nvSpPr>
        <p:spPr>
          <a:xfrm>
            <a:off x="6288625" y="2793322"/>
            <a:ext cx="1236820" cy="186429"/>
          </a:xfrm>
          <a:prstGeom prst="rect">
            <a:avLst/>
          </a:prstGeom>
          <a:noFill/>
          <a:ln/>
        </p:spPr>
        <p:txBody>
          <a:bodyPr wrap="none" lIns="0" tIns="0" rIns="0" bIns="0" rtlCol="0" anchor="t"/>
          <a:lstStyle/>
          <a:p>
            <a:pPr marL="0" indent="0" algn="l">
              <a:lnSpc>
                <a:spcPts val="844"/>
              </a:lnSpc>
              <a:buNone/>
            </a:pPr>
            <a:r>
              <a:rPr lang="en-US" sz="800" kern="0" spc="56" dirty="0">
                <a:solidFill>
                  <a:srgbClr val="FFFFFF"/>
                </a:solidFill>
                <a:latin typeface="Courier New" pitchFamily="34" charset="0"/>
                <a:ea typeface="Courier New" pitchFamily="34" charset="-122"/>
                <a:cs typeface="Courier New" pitchFamily="34" charset="-120"/>
              </a:rPr>
              <a:t>MIXTAPE</a:t>
            </a:r>
            <a:endParaRPr lang="en-US" sz="800" dirty="0"/>
          </a:p>
        </p:txBody>
      </p:sp>
      <p:pic>
        <p:nvPicPr>
          <p:cNvPr id="17" name="Image 6" descr="preencoded.png"/>
          <p:cNvPicPr>
            <a:picLocks noChangeAspect="1"/>
          </p:cNvPicPr>
          <p:nvPr/>
        </p:nvPicPr>
        <p:blipFill>
          <a:blip r:embed="rId8"/>
          <a:stretch>
            <a:fillRect/>
          </a:stretch>
        </p:blipFill>
        <p:spPr>
          <a:xfrm>
            <a:off x="6449193" y="1921495"/>
            <a:ext cx="1467770" cy="1192166"/>
          </a:xfrm>
          <a:prstGeom prst="rect">
            <a:avLst/>
          </a:prstGeom>
        </p:spPr>
      </p:pic>
      <p:sp>
        <p:nvSpPr>
          <p:cNvPr id="18" name="Text 9"/>
          <p:cNvSpPr/>
          <p:nvPr/>
        </p:nvSpPr>
        <p:spPr>
          <a:xfrm>
            <a:off x="6582802" y="2924206"/>
            <a:ext cx="1234148" cy="118017"/>
          </a:xfrm>
          <a:prstGeom prst="rect">
            <a:avLst/>
          </a:prstGeom>
          <a:noFill/>
          <a:ln/>
        </p:spPr>
        <p:txBody>
          <a:bodyPr wrap="none" lIns="0" tIns="0" rIns="0" bIns="0" rtlCol="0" anchor="t"/>
          <a:lstStyle/>
          <a:p>
            <a:pPr marL="0" indent="0" algn="l">
              <a:lnSpc>
                <a:spcPts val="844"/>
              </a:lnSpc>
              <a:buNone/>
            </a:pPr>
            <a:r>
              <a:rPr lang="en-US" sz="800" kern="0" spc="56" dirty="0">
                <a:solidFill>
                  <a:srgbClr val="FFFFFF"/>
                </a:solidFill>
                <a:latin typeface="Courier New" pitchFamily="34" charset="0"/>
                <a:ea typeface="Courier New" pitchFamily="34" charset="-122"/>
                <a:cs typeface="Courier New" pitchFamily="34" charset="-120"/>
              </a:rPr>
              <a:t>FOCUS</a:t>
            </a:r>
            <a:endParaRPr lang="en-US" sz="800" dirty="0"/>
          </a:p>
        </p:txBody>
      </p:sp>
      <p:pic>
        <p:nvPicPr>
          <p:cNvPr id="19" name="Image 7" descr="preencoded.png"/>
          <p:cNvPicPr>
            <a:picLocks noChangeAspect="1"/>
          </p:cNvPicPr>
          <p:nvPr/>
        </p:nvPicPr>
        <p:blipFill>
          <a:blip r:embed="rId9"/>
          <a:stretch>
            <a:fillRect/>
          </a:stretch>
        </p:blipFill>
        <p:spPr>
          <a:xfrm>
            <a:off x="6204260" y="1950210"/>
            <a:ext cx="1832051" cy="1386999"/>
          </a:xfrm>
          <a:prstGeom prst="rect">
            <a:avLst/>
          </a:prstGeom>
        </p:spPr>
      </p:pic>
      <p:sp>
        <p:nvSpPr>
          <p:cNvPr id="20" name="Text 10"/>
          <p:cNvSpPr/>
          <p:nvPr/>
        </p:nvSpPr>
        <p:spPr>
          <a:xfrm>
            <a:off x="6412000" y="3099855"/>
            <a:ext cx="1524299" cy="165916"/>
          </a:xfrm>
          <a:prstGeom prst="rect">
            <a:avLst/>
          </a:prstGeom>
          <a:noFill/>
          <a:ln/>
        </p:spPr>
        <p:txBody>
          <a:bodyPr wrap="none" lIns="0" tIns="0" rIns="0" bIns="0" rtlCol="0" anchor="t"/>
          <a:lstStyle/>
          <a:p>
            <a:pPr marL="0" indent="0" algn="l">
              <a:lnSpc>
                <a:spcPts val="844"/>
              </a:lnSpc>
              <a:buNone/>
            </a:pPr>
            <a:r>
              <a:rPr lang="en-US" sz="800" kern="0" spc="56" dirty="0">
                <a:solidFill>
                  <a:srgbClr val="FFFFFF"/>
                </a:solidFill>
                <a:latin typeface="Courier New" pitchFamily="34" charset="0"/>
                <a:ea typeface="Courier New" pitchFamily="34" charset="-122"/>
                <a:cs typeface="Courier New" pitchFamily="34" charset="-120"/>
              </a:rPr>
              <a:t>CHILL VIBES</a:t>
            </a:r>
            <a:endParaRPr lang="en-US" sz="800" dirty="0"/>
          </a:p>
        </p:txBody>
      </p:sp>
      <p:sp>
        <p:nvSpPr>
          <p:cNvPr id="21" name="Text 11"/>
          <p:cNvSpPr/>
          <p:nvPr/>
        </p:nvSpPr>
        <p:spPr>
          <a:xfrm>
            <a:off x="6111132" y="3439072"/>
            <a:ext cx="1934579" cy="179232"/>
          </a:xfrm>
          <a:prstGeom prst="rect">
            <a:avLst/>
          </a:prstGeom>
          <a:noFill/>
          <a:ln/>
        </p:spPr>
        <p:txBody>
          <a:bodyPr wrap="square" lIns="0" tIns="0" rIns="0" bIns="0" rtlCol="0" anchor="t">
            <a:normAutofit/>
          </a:bodyPr>
          <a:lstStyle/>
          <a:p>
            <a:pPr marL="0" indent="0" algn="ctr">
              <a:lnSpc>
                <a:spcPts val="1181"/>
              </a:lnSpc>
              <a:buNone/>
            </a:pPr>
            <a:r>
              <a:rPr lang="en-US" sz="800" dirty="0">
                <a:solidFill>
                  <a:srgbClr val="F3EAFE"/>
                </a:solidFill>
                <a:latin typeface="Liberation Sans Narrow" pitchFamily="34" charset="0"/>
                <a:ea typeface="Liberation Sans Narrow" pitchFamily="34" charset="-122"/>
                <a:cs typeface="Liberation Sans Narrow" pitchFamily="34" charset="-120"/>
              </a:rPr>
              <a:t>Chill Vibes • 3 songs • 12m 04s</a:t>
            </a:r>
            <a:endParaRPr lang="en-US" sz="800" dirty="0"/>
          </a:p>
        </p:txBody>
      </p:sp>
      <p:sp>
        <p:nvSpPr>
          <p:cNvPr id="22" name="Text 12"/>
          <p:cNvSpPr/>
          <p:nvPr/>
        </p:nvSpPr>
        <p:spPr>
          <a:xfrm>
            <a:off x="6763744" y="3696567"/>
            <a:ext cx="812434" cy="135951"/>
          </a:xfrm>
          <a:prstGeom prst="rect">
            <a:avLst/>
          </a:prstGeom>
          <a:noFill/>
          <a:ln/>
        </p:spPr>
        <p:txBody>
          <a:bodyPr wrap="none" lIns="0" tIns="0" rIns="0" bIns="0" rtlCol="0" anchor="ctr"/>
          <a:lstStyle/>
          <a:p>
            <a:pPr marL="0" indent="0" algn="ctr">
              <a:lnSpc>
                <a:spcPts val="928"/>
              </a:lnSpc>
              <a:buNone/>
            </a:pPr>
            <a:r>
              <a:rPr lang="en-US" sz="800" kern="0" spc="62" dirty="0">
                <a:solidFill>
                  <a:srgbClr val="B8A9D9"/>
                </a:solidFill>
                <a:latin typeface="Courier New" pitchFamily="34" charset="0"/>
                <a:ea typeface="Courier New" pitchFamily="34" charset="-122"/>
                <a:cs typeface="Courier New" pitchFamily="34" charset="-120"/>
              </a:rPr>
              <a:t>NOW PLAYING</a:t>
            </a:r>
            <a:endParaRPr lang="en-US" sz="800" dirty="0"/>
          </a:p>
        </p:txBody>
      </p:sp>
      <p:sp>
        <p:nvSpPr>
          <p:cNvPr id="23" name="Text 13"/>
          <p:cNvSpPr/>
          <p:nvPr/>
        </p:nvSpPr>
        <p:spPr>
          <a:xfrm>
            <a:off x="6618726" y="3699293"/>
            <a:ext cx="145018" cy="145018"/>
          </a:xfrm>
          <a:prstGeom prst="rect">
            <a:avLst/>
          </a:prstGeom>
          <a:noFill/>
          <a:ln/>
        </p:spPr>
        <p:txBody>
          <a:bodyPr wrap="none" lIns="0" tIns="0" rIns="0" bIns="0" rtlCol="0" anchor="ctr"/>
          <a:lstStyle/>
          <a:p>
            <a:pPr marL="0" indent="0" algn="ctr">
              <a:buNone/>
            </a:pPr>
            <a:r>
              <a:rPr lang="en-US" sz="984" dirty="0">
                <a:solidFill>
                  <a:srgbClr val="FF3D8B"/>
                </a:solidFill>
                <a:latin typeface="Segoe UI Symbol" pitchFamily="34" charset="0"/>
                <a:ea typeface="Segoe UI Symbol" pitchFamily="34" charset="-122"/>
                <a:cs typeface="Segoe UI Symbol" pitchFamily="34" charset="-120"/>
              </a:rPr>
              <a:t>▶</a:t>
            </a:r>
            <a:endParaRPr lang="en-US" sz="984" dirty="0"/>
          </a:p>
        </p:txBody>
      </p:sp>
      <p:sp>
        <p:nvSpPr>
          <p:cNvPr id="24" name="Text 14"/>
          <p:cNvSpPr/>
          <p:nvPr/>
        </p:nvSpPr>
        <p:spPr>
          <a:xfrm>
            <a:off x="6071518" y="4099896"/>
            <a:ext cx="664146"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25" name="Text 15"/>
          <p:cNvSpPr/>
          <p:nvPr/>
        </p:nvSpPr>
        <p:spPr>
          <a:xfrm>
            <a:off x="6051323" y="4111898"/>
            <a:ext cx="704535"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PLAYLISTS</a:t>
            </a:r>
            <a:endParaRPr lang="en-US" sz="800" dirty="0"/>
          </a:p>
        </p:txBody>
      </p:sp>
      <p:sp>
        <p:nvSpPr>
          <p:cNvPr id="26" name="Text 16"/>
          <p:cNvSpPr/>
          <p:nvPr/>
        </p:nvSpPr>
        <p:spPr>
          <a:xfrm>
            <a:off x="6792813" y="4099896"/>
            <a:ext cx="451507"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27" name="Text 17"/>
          <p:cNvSpPr/>
          <p:nvPr/>
        </p:nvSpPr>
        <p:spPr>
          <a:xfrm>
            <a:off x="6792813" y="4111898"/>
            <a:ext cx="451507"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STATS</a:t>
            </a:r>
            <a:endParaRPr lang="en-US" sz="800" dirty="0"/>
          </a:p>
        </p:txBody>
      </p:sp>
      <p:sp>
        <p:nvSpPr>
          <p:cNvPr id="28" name="Text 18"/>
          <p:cNvSpPr/>
          <p:nvPr/>
        </p:nvSpPr>
        <p:spPr>
          <a:xfrm>
            <a:off x="7301471" y="4099896"/>
            <a:ext cx="664146"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29" name="Text 19"/>
          <p:cNvSpPr/>
          <p:nvPr/>
        </p:nvSpPr>
        <p:spPr>
          <a:xfrm>
            <a:off x="7281276" y="4111898"/>
            <a:ext cx="704535"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FAVORITES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7"/>
            <a:ext cx="978051" cy="2357438"/>
          </a:xfrm>
          <a:prstGeom prst="rect">
            <a:avLst/>
          </a:prstGeom>
          <a:noFill/>
          <a:ln/>
        </p:spPr>
        <p:txBody>
          <a:bodyPr wrap="none" lIns="0" tIns="0" rIns="0" bIns="0" rtlCol="0" anchor="ctr"/>
          <a:lstStyle/>
          <a:p>
            <a:pPr marL="0" indent="0" algn="ctr">
              <a:buNone/>
            </a:pPr>
            <a:r>
              <a:rPr lang="en-US" sz="12375" dirty="0">
                <a:solidFill>
                  <a:srgbClr val="C77DFF">
                    <a:alpha val="8000"/>
                  </a:srgbClr>
                </a:solidFill>
                <a:latin typeface="Segoe UI Symbol" pitchFamily="34" charset="0"/>
                <a:ea typeface="Segoe UI Symbol" pitchFamily="34" charset="-122"/>
                <a:cs typeface="Segoe UI Symbol" pitchFamily="34" charset="-120"/>
              </a:rPr>
              <a:t>♪</a:t>
            </a:r>
            <a:endParaRPr lang="en-US" sz="12375" dirty="0"/>
          </a:p>
        </p:txBody>
      </p:sp>
      <p:sp>
        <p:nvSpPr>
          <p:cNvPr id="5" name="Text 1"/>
          <p:cNvSpPr/>
          <p:nvPr/>
        </p:nvSpPr>
        <p:spPr>
          <a:xfrm>
            <a:off x="8001000" y="2714625"/>
            <a:ext cx="1143000" cy="1928813"/>
          </a:xfrm>
          <a:prstGeom prst="rect">
            <a:avLst/>
          </a:prstGeom>
          <a:noFill/>
          <a:ln/>
        </p:spPr>
        <p:txBody>
          <a:bodyPr wrap="none" lIns="0" tIns="0" rIns="0" bIns="0" rtlCol="0" anchor="ctr"/>
          <a:lstStyle/>
          <a:p>
            <a:pPr marL="0" indent="0" algn="ctr">
              <a:buNone/>
            </a:pPr>
            <a:r>
              <a:rPr lang="en-US" sz="10125" dirty="0">
                <a:solidFill>
                  <a:srgbClr val="C77DFF">
                    <a:alpha val="8000"/>
                  </a:srgbClr>
                </a:solidFill>
                <a:latin typeface="Segoe UI Symbol" pitchFamily="34" charset="0"/>
                <a:ea typeface="Segoe UI Symbol" pitchFamily="34" charset="-122"/>
                <a:cs typeface="Segoe UI Symbol" pitchFamily="34" charset="-120"/>
              </a:rPr>
              <a:t>♩</a:t>
            </a:r>
            <a:endParaRPr lang="en-US" sz="10125" dirty="0"/>
          </a:p>
        </p:txBody>
      </p:sp>
      <p:pic>
        <p:nvPicPr>
          <p:cNvPr id="6" name="Image 2" descr="preencoded.png"/>
          <p:cNvPicPr>
            <a:picLocks noChangeAspect="1"/>
          </p:cNvPicPr>
          <p:nvPr/>
        </p:nvPicPr>
        <p:blipFill>
          <a:blip r:embed="rId4"/>
          <a:stretch>
            <a:fillRect/>
          </a:stretch>
        </p:blipFill>
        <p:spPr>
          <a:xfrm>
            <a:off x="457200" y="4893469"/>
            <a:ext cx="57150" cy="57150"/>
          </a:xfrm>
          <a:prstGeom prst="rect">
            <a:avLst/>
          </a:prstGeom>
        </p:spPr>
      </p:pic>
      <p:sp>
        <p:nvSpPr>
          <p:cNvPr id="7" name="Text 2"/>
          <p:cNvSpPr/>
          <p:nvPr/>
        </p:nvSpPr>
        <p:spPr>
          <a:xfrm>
            <a:off x="585788" y="4857750"/>
            <a:ext cx="2668828"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8" name="Text 3"/>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03 / 15</a:t>
            </a:r>
            <a:endParaRPr lang="en-US" sz="800" dirty="0"/>
          </a:p>
        </p:txBody>
      </p:sp>
      <p:sp>
        <p:nvSpPr>
          <p:cNvPr id="9" name="Text 4"/>
          <p:cNvSpPr/>
          <p:nvPr/>
        </p:nvSpPr>
        <p:spPr>
          <a:xfrm>
            <a:off x="0" y="400050"/>
            <a:ext cx="8636000" cy="164592"/>
          </a:xfrm>
          <a:prstGeom prst="rect">
            <a:avLst/>
          </a:prstGeom>
          <a:noFill/>
          <a:ln/>
        </p:spPr>
        <p:txBody>
          <a:bodyPr wrap="none" lIns="0" tIns="0" rIns="0" bIns="0" rtlCol="0" anchor="t"/>
          <a:lstStyle/>
          <a:p>
            <a:pPr marL="0" indent="0" algn="ctr">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02 / 15 — PROBLEM STATEMENT</a:t>
            </a:r>
            <a:endParaRPr lang="en-US" sz="800" dirty="0"/>
          </a:p>
        </p:txBody>
      </p:sp>
      <p:sp>
        <p:nvSpPr>
          <p:cNvPr id="10" name="Text 5"/>
          <p:cNvSpPr/>
          <p:nvPr/>
        </p:nvSpPr>
        <p:spPr>
          <a:xfrm>
            <a:off x="0" y="635794"/>
            <a:ext cx="8636000" cy="421204"/>
          </a:xfrm>
          <a:prstGeom prst="rect">
            <a:avLst/>
          </a:prstGeom>
          <a:noFill/>
          <a:ln/>
        </p:spPr>
        <p:txBody>
          <a:bodyPr wrap="none" lIns="0" tIns="0" rIns="0" bIns="0" rtlCol="0" anchor="t"/>
          <a:lstStyle/>
          <a:p>
            <a:pPr marL="0" indent="0" algn="ctr">
              <a:lnSpc>
                <a:spcPts val="3071"/>
              </a:lnSpc>
              <a:buNone/>
            </a:pPr>
            <a:r>
              <a:rPr lang="en-US" sz="2925" b="1" kern="0" spc="-29" dirty="0">
                <a:solidFill>
                  <a:srgbClr val="F3EAFE"/>
                </a:solidFill>
                <a:latin typeface="Carlito" pitchFamily="34" charset="0"/>
                <a:ea typeface="Carlito" pitchFamily="34" charset="-122"/>
                <a:cs typeface="Carlito" pitchFamily="34" charset="-120"/>
              </a:rPr>
              <a:t>The </a:t>
            </a:r>
            <a:r>
              <a:rPr lang="en-US" sz="2925" b="1" kern="0" spc="-29" dirty="0">
                <a:solidFill>
                  <a:srgbClr val="C77DFF"/>
                </a:solidFill>
                <a:latin typeface="Carlito" pitchFamily="34" charset="0"/>
                <a:ea typeface="Carlito" pitchFamily="34" charset="-122"/>
                <a:cs typeface="Carlito" pitchFamily="34" charset="-120"/>
              </a:rPr>
              <a:t>Problem</a:t>
            </a:r>
            <a:endParaRPr lang="en-US" sz="2925" dirty="0"/>
          </a:p>
        </p:txBody>
      </p:sp>
      <p:pic>
        <p:nvPicPr>
          <p:cNvPr id="11" name="Image 3" descr="preencoded.png"/>
          <p:cNvPicPr>
            <a:picLocks noChangeAspect="1"/>
          </p:cNvPicPr>
          <p:nvPr/>
        </p:nvPicPr>
        <p:blipFill>
          <a:blip r:embed="rId5"/>
          <a:stretch>
            <a:fillRect/>
          </a:stretch>
        </p:blipFill>
        <p:spPr>
          <a:xfrm>
            <a:off x="1428750" y="1197248"/>
            <a:ext cx="6286500" cy="1553431"/>
          </a:xfrm>
          <a:prstGeom prst="rect">
            <a:avLst/>
          </a:prstGeom>
        </p:spPr>
      </p:pic>
      <p:sp>
        <p:nvSpPr>
          <p:cNvPr id="12" name="Text 6"/>
          <p:cNvSpPr/>
          <p:nvPr/>
        </p:nvSpPr>
        <p:spPr>
          <a:xfrm>
            <a:off x="1432322" y="1200820"/>
            <a:ext cx="6279356" cy="1546287"/>
          </a:xfrm>
          <a:prstGeom prst="roundRect">
            <a:avLst>
              <a:gd name="adj" fmla="val 9856"/>
            </a:avLst>
          </a:prstGeom>
          <a:noFill/>
          <a:ln w="7144">
            <a:solidFill>
              <a:srgbClr val="C77DFF"/>
            </a:solidFill>
            <a:prstDash val="solid"/>
          </a:ln>
          <a:effectLst>
            <a:outerShdw blurRad="304800" dist="50800" dir="16200000" algn="bl" rotWithShape="0">
              <a:srgbClr val="9B51E0">
                <a:alpha val="18000"/>
              </a:srgbClr>
            </a:outerShdw>
          </a:effectLst>
        </p:spPr>
        <p:txBody>
          <a:bodyPr wrap="square" rtlCol="0" anchor="ctr"/>
          <a:lstStyle/>
          <a:p>
            <a:pPr marL="0" indent="0">
              <a:buNone/>
            </a:pPr>
            <a:endParaRPr lang="en-US" dirty="0"/>
          </a:p>
        </p:txBody>
      </p:sp>
      <p:sp>
        <p:nvSpPr>
          <p:cNvPr id="13" name="Text 7"/>
          <p:cNvSpPr/>
          <p:nvPr/>
        </p:nvSpPr>
        <p:spPr>
          <a:xfrm>
            <a:off x="1706963" y="1261542"/>
            <a:ext cx="692301" cy="594074"/>
          </a:xfrm>
          <a:prstGeom prst="rect">
            <a:avLst/>
          </a:prstGeom>
          <a:noFill/>
          <a:ln/>
          <a:effectLst>
            <a:outerShdw blurRad="266700" dist="50800" dir="16200000" algn="bl" rotWithShape="0">
              <a:srgbClr val="FF3D8B">
                <a:alpha val="45000"/>
              </a:srgbClr>
            </a:outerShdw>
          </a:effectLst>
        </p:spPr>
        <p:txBody>
          <a:bodyPr wrap="square" lIns="0" tIns="0" rIns="0" bIns="0" rtlCol="0" anchor="t"/>
          <a:lstStyle/>
          <a:p>
            <a:pPr marL="0" indent="0" algn="l">
              <a:lnSpc>
                <a:spcPts val="4331"/>
              </a:lnSpc>
              <a:buNone/>
            </a:pPr>
            <a:r>
              <a:rPr lang="en-US" sz="6188" dirty="0">
                <a:solidFill>
                  <a:srgbClr val="FF3D8B"/>
                </a:solidFill>
                <a:latin typeface="Liberation Sans Narrow" pitchFamily="34" charset="0"/>
                <a:ea typeface="Liberation Sans Narrow" pitchFamily="34" charset="-122"/>
                <a:cs typeface="Liberation Sans Narrow" pitchFamily="34" charset="-120"/>
              </a:rPr>
              <a:t>“</a:t>
            </a:r>
            <a:endParaRPr lang="en-US" sz="6188" dirty="0"/>
          </a:p>
        </p:txBody>
      </p:sp>
      <p:sp>
        <p:nvSpPr>
          <p:cNvPr id="14" name="Text 8"/>
          <p:cNvSpPr/>
          <p:nvPr/>
        </p:nvSpPr>
        <p:spPr>
          <a:xfrm>
            <a:off x="2007394" y="1404417"/>
            <a:ext cx="5443538" cy="1139093"/>
          </a:xfrm>
          <a:prstGeom prst="rect">
            <a:avLst/>
          </a:prstGeom>
          <a:noFill/>
          <a:ln/>
        </p:spPr>
        <p:txBody>
          <a:bodyPr wrap="square" lIns="0" tIns="0" rIns="0" bIns="0" rtlCol="0" anchor="t"/>
          <a:lstStyle/>
          <a:p>
            <a:pPr marL="0" indent="0" algn="l">
              <a:lnSpc>
                <a:spcPts val="1794"/>
              </a:lnSpc>
              <a:buNone/>
            </a:pPr>
            <a:r>
              <a:rPr lang="en-US" sz="1238" dirty="0">
                <a:solidFill>
                  <a:srgbClr val="F3EAFE"/>
                </a:solidFill>
                <a:latin typeface="Carlito" pitchFamily="34" charset="0"/>
                <a:ea typeface="Carlito" pitchFamily="34" charset="-122"/>
                <a:cs typeface="Carlito" pitchFamily="34" charset="-120"/>
              </a:rPr>
              <a:t>Despite streaming apps offering vast libraries, listeners still lack a simple, offline way to organise their own music, track which songs they actually play, and reflect on their listening patterns. Most apps show what is available, not what the user actually consumes — there is no personalised listening dashboard for a personal collection.</a:t>
            </a:r>
            <a:endParaRPr lang="en-US" sz="1238" dirty="0"/>
          </a:p>
        </p:txBody>
      </p:sp>
      <p:sp>
        <p:nvSpPr>
          <p:cNvPr id="15" name="Text 9"/>
          <p:cNvSpPr/>
          <p:nvPr/>
        </p:nvSpPr>
        <p:spPr>
          <a:xfrm>
            <a:off x="460772" y="2925700"/>
            <a:ext cx="2631244" cy="1335323"/>
          </a:xfrm>
          <a:prstGeom prst="roundRect">
            <a:avLst>
              <a:gd name="adj" fmla="val 9986"/>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16" name="Image 4" descr="preencoded.png"/>
          <p:cNvPicPr>
            <a:picLocks noChangeAspect="1"/>
          </p:cNvPicPr>
          <p:nvPr/>
        </p:nvPicPr>
        <p:blipFill>
          <a:blip r:embed="rId6"/>
          <a:stretch>
            <a:fillRect/>
          </a:stretch>
        </p:blipFill>
        <p:spPr>
          <a:xfrm>
            <a:off x="607219" y="3057860"/>
            <a:ext cx="314325" cy="314325"/>
          </a:xfrm>
          <a:prstGeom prst="rect">
            <a:avLst/>
          </a:prstGeom>
        </p:spPr>
      </p:pic>
      <p:sp>
        <p:nvSpPr>
          <p:cNvPr id="17" name="Text 10"/>
          <p:cNvSpPr/>
          <p:nvPr/>
        </p:nvSpPr>
        <p:spPr>
          <a:xfrm>
            <a:off x="640080" y="3090721"/>
            <a:ext cx="248602" cy="248602"/>
          </a:xfrm>
          <a:prstGeom prst="rect">
            <a:avLst/>
          </a:prstGeom>
          <a:noFill/>
          <a:ln/>
        </p:spPr>
        <p:txBody>
          <a:bodyPr wrap="none" lIns="0" tIns="0" rIns="0" bIns="0" rtlCol="0" anchor="ctr"/>
          <a:lstStyle/>
          <a:p>
            <a:pPr marL="0" indent="0" algn="ctr">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18" name="Text 11"/>
          <p:cNvSpPr/>
          <p:nvPr/>
        </p:nvSpPr>
        <p:spPr>
          <a:xfrm>
            <a:off x="607219" y="3457910"/>
            <a:ext cx="2338350" cy="196739"/>
          </a:xfrm>
          <a:prstGeom prst="rect">
            <a:avLst/>
          </a:prstGeom>
          <a:noFill/>
          <a:ln/>
        </p:spPr>
        <p:txBody>
          <a:bodyPr wrap="none" lIns="0" tIns="0" rIns="0" bIns="0" rtlCol="0" anchor="t"/>
          <a:lstStyle/>
          <a:p>
            <a:pPr marL="0" indent="0" algn="l">
              <a:lnSpc>
                <a:spcPts val="1434"/>
              </a:lnSpc>
              <a:buNone/>
            </a:pPr>
            <a:r>
              <a:rPr lang="en-US" sz="956" dirty="0">
                <a:solidFill>
                  <a:srgbClr val="F3EAFE"/>
                </a:solidFill>
                <a:latin typeface="Carlito" pitchFamily="34" charset="0"/>
                <a:ea typeface="Carlito" pitchFamily="34" charset="-122"/>
                <a:cs typeface="Carlito" pitchFamily="34" charset="-120"/>
              </a:rPr>
              <a:t>Scattered Library</a:t>
            </a:r>
            <a:endParaRPr lang="en-US" sz="956" dirty="0"/>
          </a:p>
        </p:txBody>
      </p:sp>
      <p:sp>
        <p:nvSpPr>
          <p:cNvPr id="19" name="Text 12"/>
          <p:cNvSpPr/>
          <p:nvPr/>
        </p:nvSpPr>
        <p:spPr>
          <a:xfrm>
            <a:off x="607219" y="3697225"/>
            <a:ext cx="2338350" cy="431639"/>
          </a:xfrm>
          <a:prstGeom prst="rect">
            <a:avLst/>
          </a:prstGeom>
          <a:noFill/>
          <a:ln/>
        </p:spPr>
        <p:txBody>
          <a:bodyPr wrap="square" lIns="0" tIns="0" rIns="0" bIns="0" rtlCol="0" anchor="t"/>
          <a:lstStyle/>
          <a:p>
            <a:pPr marL="0" indent="0" algn="l">
              <a:lnSpc>
                <a:spcPts val="1133"/>
              </a:lnSpc>
              <a:buNone/>
            </a:pPr>
            <a:r>
              <a:rPr lang="en-US" sz="800" dirty="0">
                <a:solidFill>
                  <a:srgbClr val="B8A9D9"/>
                </a:solidFill>
                <a:latin typeface="Carlito" pitchFamily="34" charset="0"/>
                <a:ea typeface="Carlito" pitchFamily="34" charset="-122"/>
                <a:cs typeface="Carlito" pitchFamily="34" charset="-120"/>
              </a:rPr>
              <a:t>Songs live across multiple apps and folders with no unified view. Users cannot quickly find a track they remember only vaguely.</a:t>
            </a:r>
            <a:endParaRPr lang="en-US" sz="800" dirty="0"/>
          </a:p>
        </p:txBody>
      </p:sp>
      <p:sp>
        <p:nvSpPr>
          <p:cNvPr id="20" name="Text 13"/>
          <p:cNvSpPr/>
          <p:nvPr/>
        </p:nvSpPr>
        <p:spPr>
          <a:xfrm>
            <a:off x="3256322" y="2925700"/>
            <a:ext cx="2631244" cy="1335323"/>
          </a:xfrm>
          <a:prstGeom prst="roundRect">
            <a:avLst>
              <a:gd name="adj" fmla="val 9986"/>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21" name="Image 5" descr="preencoded.png"/>
          <p:cNvPicPr>
            <a:picLocks noChangeAspect="1"/>
          </p:cNvPicPr>
          <p:nvPr/>
        </p:nvPicPr>
        <p:blipFill>
          <a:blip r:embed="rId6"/>
          <a:stretch>
            <a:fillRect/>
          </a:stretch>
        </p:blipFill>
        <p:spPr>
          <a:xfrm>
            <a:off x="3402769" y="3057860"/>
            <a:ext cx="314325" cy="314325"/>
          </a:xfrm>
          <a:prstGeom prst="rect">
            <a:avLst/>
          </a:prstGeom>
        </p:spPr>
      </p:pic>
      <p:sp>
        <p:nvSpPr>
          <p:cNvPr id="22" name="Text 14"/>
          <p:cNvSpPr/>
          <p:nvPr/>
        </p:nvSpPr>
        <p:spPr>
          <a:xfrm>
            <a:off x="3435630" y="3090721"/>
            <a:ext cx="248602" cy="248602"/>
          </a:xfrm>
          <a:prstGeom prst="rect">
            <a:avLst/>
          </a:prstGeom>
          <a:noFill/>
          <a:ln/>
        </p:spPr>
        <p:txBody>
          <a:bodyPr wrap="none" lIns="0" tIns="0" rIns="0" bIns="0" rtlCol="0" anchor="ctr"/>
          <a:lstStyle/>
          <a:p>
            <a:pPr marL="0" indent="0" algn="ctr">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23" name="Text 15"/>
          <p:cNvSpPr/>
          <p:nvPr/>
        </p:nvSpPr>
        <p:spPr>
          <a:xfrm>
            <a:off x="3402769" y="3457910"/>
            <a:ext cx="2338350" cy="196739"/>
          </a:xfrm>
          <a:prstGeom prst="rect">
            <a:avLst/>
          </a:prstGeom>
          <a:noFill/>
          <a:ln/>
        </p:spPr>
        <p:txBody>
          <a:bodyPr wrap="none" lIns="0" tIns="0" rIns="0" bIns="0" rtlCol="0" anchor="t"/>
          <a:lstStyle/>
          <a:p>
            <a:pPr marL="0" indent="0" algn="l">
              <a:lnSpc>
                <a:spcPts val="1434"/>
              </a:lnSpc>
              <a:buNone/>
            </a:pPr>
            <a:r>
              <a:rPr lang="en-US" sz="956" dirty="0">
                <a:solidFill>
                  <a:srgbClr val="F3EAFE"/>
                </a:solidFill>
                <a:latin typeface="Carlito" pitchFamily="34" charset="0"/>
                <a:ea typeface="Carlito" pitchFamily="34" charset="-122"/>
                <a:cs typeface="Carlito" pitchFamily="34" charset="-120"/>
              </a:rPr>
              <a:t>No Listening Insights</a:t>
            </a:r>
            <a:endParaRPr lang="en-US" sz="956" dirty="0"/>
          </a:p>
        </p:txBody>
      </p:sp>
      <p:sp>
        <p:nvSpPr>
          <p:cNvPr id="24" name="Text 16"/>
          <p:cNvSpPr/>
          <p:nvPr/>
        </p:nvSpPr>
        <p:spPr>
          <a:xfrm>
            <a:off x="3402769" y="3697225"/>
            <a:ext cx="2338350" cy="431639"/>
          </a:xfrm>
          <a:prstGeom prst="rect">
            <a:avLst/>
          </a:prstGeom>
          <a:noFill/>
          <a:ln/>
        </p:spPr>
        <p:txBody>
          <a:bodyPr wrap="square" lIns="0" tIns="0" rIns="0" bIns="0" rtlCol="0" anchor="t"/>
          <a:lstStyle/>
          <a:p>
            <a:pPr marL="0" indent="0" algn="l">
              <a:lnSpc>
                <a:spcPts val="1133"/>
              </a:lnSpc>
              <a:buNone/>
            </a:pPr>
            <a:r>
              <a:rPr lang="en-US" sz="800" dirty="0">
                <a:solidFill>
                  <a:srgbClr val="B8A9D9"/>
                </a:solidFill>
                <a:latin typeface="Carlito" pitchFamily="34" charset="0"/>
                <a:ea typeface="Carlito" pitchFamily="34" charset="-122"/>
                <a:cs typeface="Carlito" pitchFamily="34" charset="-120"/>
              </a:rPr>
              <a:t>Streaming dashboards aggregate anonymous data; users get little insight into their own play-count, top artists, or total listening time.</a:t>
            </a:r>
            <a:endParaRPr lang="en-US" sz="800" dirty="0"/>
          </a:p>
        </p:txBody>
      </p:sp>
      <p:sp>
        <p:nvSpPr>
          <p:cNvPr id="25" name="Text 17"/>
          <p:cNvSpPr/>
          <p:nvPr/>
        </p:nvSpPr>
        <p:spPr>
          <a:xfrm>
            <a:off x="6051872" y="2925700"/>
            <a:ext cx="2631356" cy="1335323"/>
          </a:xfrm>
          <a:prstGeom prst="roundRect">
            <a:avLst>
              <a:gd name="adj" fmla="val 9986"/>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26" name="Image 6" descr="preencoded.png"/>
          <p:cNvPicPr>
            <a:picLocks noChangeAspect="1"/>
          </p:cNvPicPr>
          <p:nvPr/>
        </p:nvPicPr>
        <p:blipFill>
          <a:blip r:embed="rId6"/>
          <a:stretch>
            <a:fillRect/>
          </a:stretch>
        </p:blipFill>
        <p:spPr>
          <a:xfrm>
            <a:off x="6198319" y="3057860"/>
            <a:ext cx="314325" cy="314325"/>
          </a:xfrm>
          <a:prstGeom prst="rect">
            <a:avLst/>
          </a:prstGeom>
        </p:spPr>
      </p:pic>
      <p:sp>
        <p:nvSpPr>
          <p:cNvPr id="27" name="Text 18"/>
          <p:cNvSpPr/>
          <p:nvPr/>
        </p:nvSpPr>
        <p:spPr>
          <a:xfrm>
            <a:off x="6231181" y="3090721"/>
            <a:ext cx="248602" cy="248602"/>
          </a:xfrm>
          <a:prstGeom prst="rect">
            <a:avLst/>
          </a:prstGeom>
          <a:noFill/>
          <a:ln/>
        </p:spPr>
        <p:txBody>
          <a:bodyPr wrap="none" lIns="0" tIns="0" rIns="0" bIns="0" rtlCol="0" anchor="ctr"/>
          <a:lstStyle/>
          <a:p>
            <a:pPr marL="0" indent="0" algn="ctr">
              <a:buNone/>
            </a:pPr>
            <a:r>
              <a:rPr lang="en-US" sz="1688" dirty="0">
                <a:solidFill>
                  <a:srgbClr val="FFFFFF"/>
                </a:solidFill>
                <a:latin typeface="Segoe UI Symbol" pitchFamily="34" charset="0"/>
                <a:ea typeface="Segoe UI Symbol" pitchFamily="34" charset="-122"/>
                <a:cs typeface="Segoe UI Symbol" pitchFamily="34" charset="-120"/>
              </a:rPr>
              <a:t>♡</a:t>
            </a:r>
            <a:endParaRPr lang="en-US" sz="1688" dirty="0"/>
          </a:p>
        </p:txBody>
      </p:sp>
      <p:sp>
        <p:nvSpPr>
          <p:cNvPr id="28" name="Text 19"/>
          <p:cNvSpPr/>
          <p:nvPr/>
        </p:nvSpPr>
        <p:spPr>
          <a:xfrm>
            <a:off x="6198319" y="3457910"/>
            <a:ext cx="2338462" cy="196739"/>
          </a:xfrm>
          <a:prstGeom prst="rect">
            <a:avLst/>
          </a:prstGeom>
          <a:noFill/>
          <a:ln/>
        </p:spPr>
        <p:txBody>
          <a:bodyPr wrap="none" lIns="0" tIns="0" rIns="0" bIns="0" rtlCol="0" anchor="t"/>
          <a:lstStyle/>
          <a:p>
            <a:pPr marL="0" indent="0" algn="l">
              <a:lnSpc>
                <a:spcPts val="1434"/>
              </a:lnSpc>
              <a:buNone/>
            </a:pPr>
            <a:r>
              <a:rPr lang="en-US" sz="956" dirty="0">
                <a:solidFill>
                  <a:srgbClr val="F3EAFE"/>
                </a:solidFill>
                <a:latin typeface="Carlito" pitchFamily="34" charset="0"/>
                <a:ea typeface="Carlito" pitchFamily="34" charset="-122"/>
                <a:cs typeface="Carlito" pitchFamily="34" charset="-120"/>
              </a:rPr>
              <a:t>Forgettable Favorites</a:t>
            </a:r>
            <a:endParaRPr lang="en-US" sz="956" dirty="0"/>
          </a:p>
        </p:txBody>
      </p:sp>
      <p:sp>
        <p:nvSpPr>
          <p:cNvPr id="29" name="Text 20"/>
          <p:cNvSpPr/>
          <p:nvPr/>
        </p:nvSpPr>
        <p:spPr>
          <a:xfrm>
            <a:off x="6198319" y="3697225"/>
            <a:ext cx="2338462" cy="431639"/>
          </a:xfrm>
          <a:prstGeom prst="rect">
            <a:avLst/>
          </a:prstGeom>
          <a:noFill/>
          <a:ln/>
        </p:spPr>
        <p:txBody>
          <a:bodyPr wrap="square" lIns="0" tIns="0" rIns="0" bIns="0" rtlCol="0" anchor="t"/>
          <a:lstStyle/>
          <a:p>
            <a:pPr marL="0" indent="0" algn="l">
              <a:lnSpc>
                <a:spcPts val="1133"/>
              </a:lnSpc>
              <a:buNone/>
            </a:pPr>
            <a:r>
              <a:rPr lang="en-US" sz="800" dirty="0">
                <a:solidFill>
                  <a:srgbClr val="B8A9D9"/>
                </a:solidFill>
                <a:latin typeface="Carlito" pitchFamily="34" charset="0"/>
                <a:ea typeface="Carlito" pitchFamily="34" charset="-122"/>
                <a:cs typeface="Carlito" pitchFamily="34" charset="-120"/>
              </a:rPr>
              <a:t>Without an explicit favorites list and play history, songs you love get buried under new additions and are easily forgotten.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885271" y="-285750"/>
            <a:ext cx="1258729" cy="2143125"/>
          </a:xfrm>
          <a:prstGeom prst="rect">
            <a:avLst/>
          </a:prstGeom>
          <a:noFill/>
          <a:ln/>
        </p:spPr>
        <p:txBody>
          <a:bodyPr wrap="none" lIns="0" tIns="0" rIns="0" bIns="0" rtlCol="0" anchor="ctr"/>
          <a:lstStyle/>
          <a:p>
            <a:pPr marL="0" indent="0" algn="ctr">
              <a:buNone/>
            </a:pPr>
            <a:r>
              <a:rPr lang="en-US" sz="11250" dirty="0">
                <a:solidFill>
                  <a:srgbClr val="C77DFF">
                    <a:alpha val="8000"/>
                  </a:srgbClr>
                </a:solidFill>
                <a:latin typeface="Segoe UI Symbol" pitchFamily="34" charset="0"/>
                <a:ea typeface="Segoe UI Symbol" pitchFamily="34" charset="-122"/>
                <a:cs typeface="Segoe UI Symbol" pitchFamily="34" charset="-120"/>
              </a:rPr>
              <a:t>♪</a:t>
            </a:r>
            <a:endParaRPr lang="en-US" sz="11250" dirty="0"/>
          </a:p>
        </p:txBody>
      </p:sp>
      <p:sp>
        <p:nvSpPr>
          <p:cNvPr id="5" name="Text 1"/>
          <p:cNvSpPr/>
          <p:nvPr/>
        </p:nvSpPr>
        <p:spPr>
          <a:xfrm>
            <a:off x="0" y="3500438"/>
            <a:ext cx="1000125" cy="1643063"/>
          </a:xfrm>
          <a:prstGeom prst="rect">
            <a:avLst/>
          </a:prstGeom>
          <a:noFill/>
          <a:ln/>
        </p:spPr>
        <p:txBody>
          <a:bodyPr wrap="none" lIns="0" tIns="0" rIns="0" bIns="0" rtlCol="0" anchor="ctr"/>
          <a:lstStyle/>
          <a:p>
            <a:pPr marL="0" indent="0" algn="ctr">
              <a:buNone/>
            </a:pPr>
            <a:r>
              <a:rPr lang="en-US" sz="9000" dirty="0">
                <a:solidFill>
                  <a:srgbClr val="C77DFF">
                    <a:alpha val="8000"/>
                  </a:srgbClr>
                </a:solidFill>
                <a:latin typeface="Segoe UI Symbol" pitchFamily="34" charset="0"/>
                <a:ea typeface="Segoe UI Symbol" pitchFamily="34" charset="-122"/>
                <a:cs typeface="Segoe UI Symbol" pitchFamily="34" charset="-120"/>
              </a:rPr>
              <a:t>♩</a:t>
            </a:r>
            <a:endParaRPr lang="en-US" sz="9000" dirty="0"/>
          </a:p>
        </p:txBody>
      </p:sp>
      <p:pic>
        <p:nvPicPr>
          <p:cNvPr id="6" name="Image 2" descr="preencoded.png"/>
          <p:cNvPicPr>
            <a:picLocks noChangeAspect="1"/>
          </p:cNvPicPr>
          <p:nvPr/>
        </p:nvPicPr>
        <p:blipFill>
          <a:blip r:embed="rId4"/>
          <a:stretch>
            <a:fillRect/>
          </a:stretch>
        </p:blipFill>
        <p:spPr>
          <a:xfrm>
            <a:off x="457200" y="4893469"/>
            <a:ext cx="57150" cy="57150"/>
          </a:xfrm>
          <a:prstGeom prst="rect">
            <a:avLst/>
          </a:prstGeom>
        </p:spPr>
      </p:pic>
      <p:sp>
        <p:nvSpPr>
          <p:cNvPr id="7" name="Text 2"/>
          <p:cNvSpPr/>
          <p:nvPr/>
        </p:nvSpPr>
        <p:spPr>
          <a:xfrm>
            <a:off x="585788" y="4857750"/>
            <a:ext cx="2668828"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8" name="Text 3"/>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04 / 15</a:t>
            </a:r>
            <a:endParaRPr lang="en-US" sz="800" dirty="0"/>
          </a:p>
        </p:txBody>
      </p:sp>
      <p:sp>
        <p:nvSpPr>
          <p:cNvPr id="9" name="Text 4"/>
          <p:cNvSpPr/>
          <p:nvPr/>
        </p:nvSpPr>
        <p:spPr>
          <a:xfrm>
            <a:off x="457200" y="400050"/>
            <a:ext cx="8636000" cy="164592"/>
          </a:xfrm>
          <a:prstGeom prst="rect">
            <a:avLst/>
          </a:prstGeom>
          <a:noFill/>
          <a:ln/>
        </p:spPr>
        <p:txBody>
          <a:bodyPr wrap="none" lIns="0" tIns="0" rIns="0" bIns="0" rtlCol="0" anchor="t"/>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03 / 15 — OBJECTIVES</a:t>
            </a:r>
            <a:endParaRPr lang="en-US" sz="800" dirty="0"/>
          </a:p>
        </p:txBody>
      </p:sp>
      <p:sp>
        <p:nvSpPr>
          <p:cNvPr id="10" name="Text 5"/>
          <p:cNvSpPr/>
          <p:nvPr/>
        </p:nvSpPr>
        <p:spPr>
          <a:xfrm>
            <a:off x="457200" y="607219"/>
            <a:ext cx="8636000" cy="405435"/>
          </a:xfrm>
          <a:prstGeom prst="rect">
            <a:avLst/>
          </a:prstGeom>
          <a:noFill/>
          <a:ln/>
        </p:spPr>
        <p:txBody>
          <a:bodyPr wrap="none" lIns="0" tIns="0" rIns="0" bIns="0" rtlCol="0" anchor="t">
            <a:normAutofit/>
          </a:bodyPr>
          <a:lstStyle/>
          <a:p>
            <a:pPr marL="0" indent="0" algn="l">
              <a:lnSpc>
                <a:spcPts val="3071"/>
              </a:lnSpc>
              <a:buNone/>
            </a:pPr>
            <a:r>
              <a:rPr lang="en-US" sz="2925" b="1" kern="0" spc="-29" dirty="0">
                <a:solidFill>
                  <a:srgbClr val="F3EAFE"/>
                </a:solidFill>
                <a:latin typeface="Carlito" pitchFamily="34" charset="0"/>
                <a:ea typeface="Carlito" pitchFamily="34" charset="-122"/>
                <a:cs typeface="Carlito" pitchFamily="34" charset="-120"/>
              </a:rPr>
              <a:t>Project Objectives</a:t>
            </a:r>
            <a:endParaRPr lang="en-US" sz="2925" dirty="0"/>
          </a:p>
        </p:txBody>
      </p:sp>
      <p:sp>
        <p:nvSpPr>
          <p:cNvPr id="11" name="Text 6"/>
          <p:cNvSpPr/>
          <p:nvPr/>
        </p:nvSpPr>
        <p:spPr>
          <a:xfrm>
            <a:off x="457200" y="1040085"/>
            <a:ext cx="8229600" cy="194328"/>
          </a:xfrm>
          <a:prstGeom prst="rect">
            <a:avLst/>
          </a:prstGeom>
          <a:noFill/>
          <a:ln/>
        </p:spPr>
        <p:txBody>
          <a:bodyPr wrap="square" lIns="0" tIns="0" rIns="0" bIns="0" rtlCol="0" anchor="t"/>
          <a:lstStyle/>
          <a:p>
            <a:pPr marL="0" indent="0" algn="l">
              <a:lnSpc>
                <a:spcPts val="1418"/>
              </a:lnSpc>
              <a:buNone/>
            </a:pPr>
            <a:r>
              <a:rPr lang="en-US" sz="1013" dirty="0">
                <a:solidFill>
                  <a:srgbClr val="B8A9D9"/>
                </a:solidFill>
                <a:latin typeface="Carlito" pitchFamily="34" charset="0"/>
                <a:ea typeface="Carlito" pitchFamily="34" charset="-122"/>
                <a:cs typeface="Carlito" pitchFamily="34" charset="-120"/>
              </a:rPr>
              <a:t>Six concrete goals that define the scope and deliverables of this Java project.</a:t>
            </a:r>
            <a:endParaRPr lang="en-US" sz="1013" dirty="0"/>
          </a:p>
        </p:txBody>
      </p:sp>
      <p:sp>
        <p:nvSpPr>
          <p:cNvPr id="12" name="Text 7"/>
          <p:cNvSpPr/>
          <p:nvPr/>
        </p:nvSpPr>
        <p:spPr>
          <a:xfrm>
            <a:off x="460772" y="1380753"/>
            <a:ext cx="2650331" cy="1243013"/>
          </a:xfrm>
          <a:prstGeom prst="roundRect">
            <a:avLst>
              <a:gd name="adj" fmla="val 10728"/>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13" name="Image 3" descr="preencoded.png"/>
          <p:cNvPicPr>
            <a:picLocks noChangeAspect="1"/>
          </p:cNvPicPr>
          <p:nvPr/>
        </p:nvPicPr>
        <p:blipFill>
          <a:blip r:embed="rId5"/>
          <a:stretch>
            <a:fillRect/>
          </a:stretch>
        </p:blipFill>
        <p:spPr>
          <a:xfrm>
            <a:off x="621506" y="1527200"/>
            <a:ext cx="257175" cy="257175"/>
          </a:xfrm>
          <a:prstGeom prst="rect">
            <a:avLst/>
          </a:prstGeom>
        </p:spPr>
      </p:pic>
      <p:sp>
        <p:nvSpPr>
          <p:cNvPr id="14" name="Text 8"/>
          <p:cNvSpPr/>
          <p:nvPr/>
        </p:nvSpPr>
        <p:spPr>
          <a:xfrm>
            <a:off x="621506" y="1527200"/>
            <a:ext cx="300038" cy="257175"/>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01</a:t>
            </a:r>
            <a:endParaRPr lang="en-US" sz="800" dirty="0"/>
          </a:p>
        </p:txBody>
      </p:sp>
      <p:sp>
        <p:nvSpPr>
          <p:cNvPr id="15" name="Text 9"/>
          <p:cNvSpPr/>
          <p:nvPr/>
        </p:nvSpPr>
        <p:spPr>
          <a:xfrm>
            <a:off x="964406" y="1527200"/>
            <a:ext cx="1985963" cy="173593"/>
          </a:xfrm>
          <a:prstGeom prst="rect">
            <a:avLst/>
          </a:prstGeom>
          <a:noFill/>
          <a:ln/>
        </p:spPr>
        <p:txBody>
          <a:bodyPr wrap="none" lIns="0" tIns="0" rIns="0" bIns="0" rtlCol="0" anchor="t"/>
          <a:lstStyle/>
          <a:p>
            <a:pPr marL="0" indent="0" algn="l">
              <a:lnSpc>
                <a:spcPts val="1266"/>
              </a:lnSpc>
              <a:buNone/>
            </a:pPr>
            <a:r>
              <a:rPr lang="en-US" sz="1013" dirty="0">
                <a:solidFill>
                  <a:srgbClr val="F3EAFE"/>
                </a:solidFill>
                <a:latin typeface="Carlito" pitchFamily="34" charset="0"/>
                <a:ea typeface="Carlito" pitchFamily="34" charset="-122"/>
                <a:cs typeface="Carlito" pitchFamily="34" charset="-120"/>
              </a:rPr>
              <a:t>Model Music Data in OOP</a:t>
            </a:r>
            <a:endParaRPr lang="en-US" sz="1013" dirty="0"/>
          </a:p>
        </p:txBody>
      </p:sp>
      <p:sp>
        <p:nvSpPr>
          <p:cNvPr id="16" name="Text 10"/>
          <p:cNvSpPr/>
          <p:nvPr/>
        </p:nvSpPr>
        <p:spPr>
          <a:xfrm>
            <a:off x="964406" y="1745084"/>
            <a:ext cx="1985963" cy="493776"/>
          </a:xfrm>
          <a:prstGeom prst="rect">
            <a:avLst/>
          </a:prstGeom>
          <a:noFill/>
          <a:ln/>
        </p:spPr>
        <p:txBody>
          <a:bodyPr wrap="square" lIns="0" tIns="0" rIns="0" bIns="0" rtlCol="0" anchor="t"/>
          <a:lstStyle/>
          <a:p>
            <a:pPr marL="0" indent="0" algn="l">
              <a:lnSpc>
                <a:spcPts val="1097"/>
              </a:lnSpc>
              <a:buNone/>
            </a:pPr>
            <a:r>
              <a:rPr lang="en-US" sz="800" dirty="0">
                <a:solidFill>
                  <a:srgbClr val="B8A9D9"/>
                </a:solidFill>
                <a:latin typeface="Carlito" pitchFamily="34" charset="0"/>
                <a:ea typeface="Carlito" pitchFamily="34" charset="-122"/>
                <a:cs typeface="Carlito" pitchFamily="34" charset="-120"/>
              </a:rPr>
              <a:t>Design Song and Playlist classes with encapsulated fields, constructors, and helper methods for clean code reuse.</a:t>
            </a:r>
            <a:endParaRPr lang="en-US" sz="800" dirty="0"/>
          </a:p>
        </p:txBody>
      </p:sp>
      <p:sp>
        <p:nvSpPr>
          <p:cNvPr id="17" name="Text 11"/>
          <p:cNvSpPr/>
          <p:nvPr/>
        </p:nvSpPr>
        <p:spPr>
          <a:xfrm>
            <a:off x="3246834" y="1380753"/>
            <a:ext cx="2650331" cy="1243013"/>
          </a:xfrm>
          <a:prstGeom prst="roundRect">
            <a:avLst>
              <a:gd name="adj" fmla="val 10728"/>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18" name="Image 4" descr="preencoded.png"/>
          <p:cNvPicPr>
            <a:picLocks noChangeAspect="1"/>
          </p:cNvPicPr>
          <p:nvPr/>
        </p:nvPicPr>
        <p:blipFill>
          <a:blip r:embed="rId5"/>
          <a:stretch>
            <a:fillRect/>
          </a:stretch>
        </p:blipFill>
        <p:spPr>
          <a:xfrm>
            <a:off x="3407569" y="1527200"/>
            <a:ext cx="257175" cy="257175"/>
          </a:xfrm>
          <a:prstGeom prst="rect">
            <a:avLst/>
          </a:prstGeom>
        </p:spPr>
      </p:pic>
      <p:sp>
        <p:nvSpPr>
          <p:cNvPr id="19" name="Text 12"/>
          <p:cNvSpPr/>
          <p:nvPr/>
        </p:nvSpPr>
        <p:spPr>
          <a:xfrm>
            <a:off x="3407569" y="1527200"/>
            <a:ext cx="300038" cy="257175"/>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02</a:t>
            </a:r>
            <a:endParaRPr lang="en-US" sz="800" dirty="0"/>
          </a:p>
        </p:txBody>
      </p:sp>
      <p:sp>
        <p:nvSpPr>
          <p:cNvPr id="20" name="Text 13"/>
          <p:cNvSpPr/>
          <p:nvPr/>
        </p:nvSpPr>
        <p:spPr>
          <a:xfrm>
            <a:off x="3750469" y="1527200"/>
            <a:ext cx="1985963" cy="173593"/>
          </a:xfrm>
          <a:prstGeom prst="rect">
            <a:avLst/>
          </a:prstGeom>
          <a:noFill/>
          <a:ln/>
        </p:spPr>
        <p:txBody>
          <a:bodyPr wrap="none" lIns="0" tIns="0" rIns="0" bIns="0" rtlCol="0" anchor="t"/>
          <a:lstStyle/>
          <a:p>
            <a:pPr marL="0" indent="0" algn="l">
              <a:lnSpc>
                <a:spcPts val="1266"/>
              </a:lnSpc>
              <a:buNone/>
            </a:pPr>
            <a:r>
              <a:rPr lang="en-US" sz="1013" dirty="0">
                <a:solidFill>
                  <a:srgbClr val="F3EAFE"/>
                </a:solidFill>
                <a:latin typeface="Carlito" pitchFamily="34" charset="0"/>
                <a:ea typeface="Carlito" pitchFamily="34" charset="-122"/>
                <a:cs typeface="Carlito" pitchFamily="34" charset="-120"/>
              </a:rPr>
              <a:t>Enable Playlist CRUD</a:t>
            </a:r>
            <a:endParaRPr lang="en-US" sz="1013" dirty="0"/>
          </a:p>
        </p:txBody>
      </p:sp>
      <p:sp>
        <p:nvSpPr>
          <p:cNvPr id="21" name="Text 14"/>
          <p:cNvSpPr/>
          <p:nvPr/>
        </p:nvSpPr>
        <p:spPr>
          <a:xfrm>
            <a:off x="3750469" y="1745084"/>
            <a:ext cx="1985963" cy="493776"/>
          </a:xfrm>
          <a:prstGeom prst="rect">
            <a:avLst/>
          </a:prstGeom>
          <a:noFill/>
          <a:ln/>
        </p:spPr>
        <p:txBody>
          <a:bodyPr wrap="square" lIns="0" tIns="0" rIns="0" bIns="0" rtlCol="0" anchor="t"/>
          <a:lstStyle/>
          <a:p>
            <a:pPr marL="0" indent="0" algn="l">
              <a:lnSpc>
                <a:spcPts val="1097"/>
              </a:lnSpc>
              <a:buNone/>
            </a:pPr>
            <a:r>
              <a:rPr lang="en-US" sz="800" dirty="0">
                <a:solidFill>
                  <a:srgbClr val="B8A9D9"/>
                </a:solidFill>
                <a:latin typeface="Carlito" pitchFamily="34" charset="0"/>
                <a:ea typeface="Carlito" pitchFamily="34" charset="-122"/>
                <a:cs typeface="Carlito" pitchFamily="34" charset="-120"/>
              </a:rPr>
              <a:t>Allow users to create, list, add to, and remove songs from multiple named playlists from a single menu.</a:t>
            </a:r>
            <a:endParaRPr lang="en-US" sz="800" dirty="0"/>
          </a:p>
        </p:txBody>
      </p:sp>
      <p:sp>
        <p:nvSpPr>
          <p:cNvPr id="22" name="Text 15"/>
          <p:cNvSpPr/>
          <p:nvPr/>
        </p:nvSpPr>
        <p:spPr>
          <a:xfrm>
            <a:off x="6032897" y="1380753"/>
            <a:ext cx="2650331" cy="1243013"/>
          </a:xfrm>
          <a:prstGeom prst="roundRect">
            <a:avLst>
              <a:gd name="adj" fmla="val 10728"/>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23" name="Image 5" descr="preencoded.png"/>
          <p:cNvPicPr>
            <a:picLocks noChangeAspect="1"/>
          </p:cNvPicPr>
          <p:nvPr/>
        </p:nvPicPr>
        <p:blipFill>
          <a:blip r:embed="rId5"/>
          <a:stretch>
            <a:fillRect/>
          </a:stretch>
        </p:blipFill>
        <p:spPr>
          <a:xfrm>
            <a:off x="6193631" y="1527200"/>
            <a:ext cx="257175" cy="257175"/>
          </a:xfrm>
          <a:prstGeom prst="rect">
            <a:avLst/>
          </a:prstGeom>
        </p:spPr>
      </p:pic>
      <p:sp>
        <p:nvSpPr>
          <p:cNvPr id="24" name="Text 16"/>
          <p:cNvSpPr/>
          <p:nvPr/>
        </p:nvSpPr>
        <p:spPr>
          <a:xfrm>
            <a:off x="6193631" y="1527200"/>
            <a:ext cx="300038" cy="257175"/>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03</a:t>
            </a:r>
            <a:endParaRPr lang="en-US" sz="800" dirty="0"/>
          </a:p>
        </p:txBody>
      </p:sp>
      <p:sp>
        <p:nvSpPr>
          <p:cNvPr id="25" name="Text 17"/>
          <p:cNvSpPr/>
          <p:nvPr/>
        </p:nvSpPr>
        <p:spPr>
          <a:xfrm>
            <a:off x="6536531" y="1527200"/>
            <a:ext cx="2095690" cy="173593"/>
          </a:xfrm>
          <a:prstGeom prst="rect">
            <a:avLst/>
          </a:prstGeom>
          <a:noFill/>
          <a:ln/>
        </p:spPr>
        <p:txBody>
          <a:bodyPr wrap="square" lIns="0" tIns="0" rIns="0" bIns="0" rtlCol="0" anchor="t"/>
          <a:lstStyle/>
          <a:p>
            <a:pPr marL="0" indent="0" algn="l">
              <a:lnSpc>
                <a:spcPts val="1266"/>
              </a:lnSpc>
              <a:buNone/>
            </a:pPr>
            <a:r>
              <a:rPr lang="en-US" sz="1013" dirty="0">
                <a:solidFill>
                  <a:srgbClr val="F3EAFE"/>
                </a:solidFill>
                <a:latin typeface="Carlito" pitchFamily="34" charset="0"/>
                <a:ea typeface="Carlito" pitchFamily="34" charset="-122"/>
                <a:cs typeface="Carlito" pitchFamily="34" charset="-120"/>
              </a:rPr>
              <a:t>Track Listening Behaviour</a:t>
            </a:r>
            <a:endParaRPr lang="en-US" sz="1013" dirty="0"/>
          </a:p>
        </p:txBody>
      </p:sp>
      <p:sp>
        <p:nvSpPr>
          <p:cNvPr id="26" name="Text 18"/>
          <p:cNvSpPr/>
          <p:nvPr/>
        </p:nvSpPr>
        <p:spPr>
          <a:xfrm>
            <a:off x="6536531" y="1745084"/>
            <a:ext cx="1985963" cy="493776"/>
          </a:xfrm>
          <a:prstGeom prst="rect">
            <a:avLst/>
          </a:prstGeom>
          <a:noFill/>
          <a:ln/>
        </p:spPr>
        <p:txBody>
          <a:bodyPr wrap="square" lIns="0" tIns="0" rIns="0" bIns="0" rtlCol="0" anchor="t"/>
          <a:lstStyle/>
          <a:p>
            <a:pPr marL="0" indent="0" algn="l">
              <a:lnSpc>
                <a:spcPts val="1097"/>
              </a:lnSpc>
              <a:buNone/>
            </a:pPr>
            <a:r>
              <a:rPr lang="en-US" sz="800" dirty="0">
                <a:solidFill>
                  <a:srgbClr val="B8A9D9"/>
                </a:solidFill>
                <a:latin typeface="Carlito" pitchFamily="34" charset="0"/>
                <a:ea typeface="Carlito" pitchFamily="34" charset="-122"/>
                <a:cs typeface="Carlito" pitchFamily="34" charset="-120"/>
              </a:rPr>
              <a:t>Increment play counts whenever a song is played and persist that count inside the song object for later analysis.</a:t>
            </a:r>
            <a:endParaRPr lang="en-US" sz="800" dirty="0"/>
          </a:p>
        </p:txBody>
      </p:sp>
      <p:sp>
        <p:nvSpPr>
          <p:cNvPr id="27" name="Text 19"/>
          <p:cNvSpPr/>
          <p:nvPr/>
        </p:nvSpPr>
        <p:spPr>
          <a:xfrm>
            <a:off x="460772" y="2759497"/>
            <a:ext cx="2650331" cy="1243013"/>
          </a:xfrm>
          <a:prstGeom prst="roundRect">
            <a:avLst>
              <a:gd name="adj" fmla="val 10728"/>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28" name="Image 6" descr="preencoded.png"/>
          <p:cNvPicPr>
            <a:picLocks noChangeAspect="1"/>
          </p:cNvPicPr>
          <p:nvPr/>
        </p:nvPicPr>
        <p:blipFill>
          <a:blip r:embed="rId5"/>
          <a:stretch>
            <a:fillRect/>
          </a:stretch>
        </p:blipFill>
        <p:spPr>
          <a:xfrm>
            <a:off x="621506" y="2905944"/>
            <a:ext cx="257175" cy="257175"/>
          </a:xfrm>
          <a:prstGeom prst="rect">
            <a:avLst/>
          </a:prstGeom>
        </p:spPr>
      </p:pic>
      <p:sp>
        <p:nvSpPr>
          <p:cNvPr id="29" name="Text 20"/>
          <p:cNvSpPr/>
          <p:nvPr/>
        </p:nvSpPr>
        <p:spPr>
          <a:xfrm>
            <a:off x="621506" y="2905944"/>
            <a:ext cx="300038" cy="257175"/>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04</a:t>
            </a:r>
            <a:endParaRPr lang="en-US" sz="800" dirty="0"/>
          </a:p>
        </p:txBody>
      </p:sp>
      <p:sp>
        <p:nvSpPr>
          <p:cNvPr id="30" name="Text 21"/>
          <p:cNvSpPr/>
          <p:nvPr/>
        </p:nvSpPr>
        <p:spPr>
          <a:xfrm>
            <a:off x="964406" y="2905944"/>
            <a:ext cx="2095691" cy="173593"/>
          </a:xfrm>
          <a:prstGeom prst="rect">
            <a:avLst/>
          </a:prstGeom>
          <a:noFill/>
          <a:ln/>
        </p:spPr>
        <p:txBody>
          <a:bodyPr wrap="square" lIns="0" tIns="0" rIns="0" bIns="0" rtlCol="0" anchor="t"/>
          <a:lstStyle/>
          <a:p>
            <a:pPr marL="0" indent="0" algn="l">
              <a:lnSpc>
                <a:spcPts val="1266"/>
              </a:lnSpc>
              <a:buNone/>
            </a:pPr>
            <a:r>
              <a:rPr lang="en-US" sz="1013" dirty="0">
                <a:solidFill>
                  <a:srgbClr val="F3EAFE"/>
                </a:solidFill>
                <a:latin typeface="Carlito" pitchFamily="34" charset="0"/>
                <a:ea typeface="Carlito" pitchFamily="34" charset="-122"/>
                <a:cs typeface="Carlito" pitchFamily="34" charset="-120"/>
              </a:rPr>
              <a:t>Compute Listening Statistics</a:t>
            </a:r>
            <a:endParaRPr lang="en-US" sz="1013" dirty="0"/>
          </a:p>
        </p:txBody>
      </p:sp>
      <p:sp>
        <p:nvSpPr>
          <p:cNvPr id="31" name="Text 22"/>
          <p:cNvSpPr/>
          <p:nvPr/>
        </p:nvSpPr>
        <p:spPr>
          <a:xfrm>
            <a:off x="964406" y="3123828"/>
            <a:ext cx="1985963" cy="493776"/>
          </a:xfrm>
          <a:prstGeom prst="rect">
            <a:avLst/>
          </a:prstGeom>
          <a:noFill/>
          <a:ln/>
        </p:spPr>
        <p:txBody>
          <a:bodyPr wrap="square" lIns="0" tIns="0" rIns="0" bIns="0" rtlCol="0" anchor="t"/>
          <a:lstStyle/>
          <a:p>
            <a:pPr marL="0" indent="0" algn="l">
              <a:lnSpc>
                <a:spcPts val="1097"/>
              </a:lnSpc>
              <a:buNone/>
            </a:pPr>
            <a:r>
              <a:rPr lang="en-US" sz="800" dirty="0">
                <a:solidFill>
                  <a:srgbClr val="B8A9D9"/>
                </a:solidFill>
                <a:latin typeface="Carlito" pitchFamily="34" charset="0"/>
                <a:ea typeface="Carlito" pitchFamily="34" charset="-122"/>
                <a:cs typeface="Carlito" pitchFamily="34" charset="-120"/>
              </a:rPr>
              <a:t>Generate per-playlist and global stats: total songs, total plays, total listening time, most-played song, and top artists.</a:t>
            </a:r>
            <a:endParaRPr lang="en-US" sz="800" dirty="0"/>
          </a:p>
        </p:txBody>
      </p:sp>
      <p:sp>
        <p:nvSpPr>
          <p:cNvPr id="32" name="Text 23"/>
          <p:cNvSpPr/>
          <p:nvPr/>
        </p:nvSpPr>
        <p:spPr>
          <a:xfrm>
            <a:off x="3246834" y="2759497"/>
            <a:ext cx="2650331" cy="1243013"/>
          </a:xfrm>
          <a:prstGeom prst="roundRect">
            <a:avLst>
              <a:gd name="adj" fmla="val 10728"/>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33" name="Image 7" descr="preencoded.png"/>
          <p:cNvPicPr>
            <a:picLocks noChangeAspect="1"/>
          </p:cNvPicPr>
          <p:nvPr/>
        </p:nvPicPr>
        <p:blipFill>
          <a:blip r:embed="rId5"/>
          <a:stretch>
            <a:fillRect/>
          </a:stretch>
        </p:blipFill>
        <p:spPr>
          <a:xfrm>
            <a:off x="3407569" y="2905944"/>
            <a:ext cx="257175" cy="257175"/>
          </a:xfrm>
          <a:prstGeom prst="rect">
            <a:avLst/>
          </a:prstGeom>
        </p:spPr>
      </p:pic>
      <p:sp>
        <p:nvSpPr>
          <p:cNvPr id="34" name="Text 24"/>
          <p:cNvSpPr/>
          <p:nvPr/>
        </p:nvSpPr>
        <p:spPr>
          <a:xfrm>
            <a:off x="3407569" y="2905944"/>
            <a:ext cx="300038" cy="257175"/>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05</a:t>
            </a:r>
            <a:endParaRPr lang="en-US" sz="800" dirty="0"/>
          </a:p>
        </p:txBody>
      </p:sp>
      <p:sp>
        <p:nvSpPr>
          <p:cNvPr id="35" name="Text 25"/>
          <p:cNvSpPr/>
          <p:nvPr/>
        </p:nvSpPr>
        <p:spPr>
          <a:xfrm>
            <a:off x="3750469" y="2905944"/>
            <a:ext cx="1985963" cy="173593"/>
          </a:xfrm>
          <a:prstGeom prst="rect">
            <a:avLst/>
          </a:prstGeom>
          <a:noFill/>
          <a:ln/>
        </p:spPr>
        <p:txBody>
          <a:bodyPr wrap="none" lIns="0" tIns="0" rIns="0" bIns="0" rtlCol="0" anchor="t"/>
          <a:lstStyle/>
          <a:p>
            <a:pPr marL="0" indent="0" algn="l">
              <a:lnSpc>
                <a:spcPts val="1266"/>
              </a:lnSpc>
              <a:buNone/>
            </a:pPr>
            <a:r>
              <a:rPr lang="en-US" sz="1013" dirty="0">
                <a:solidFill>
                  <a:srgbClr val="F3EAFE"/>
                </a:solidFill>
                <a:latin typeface="Carlito" pitchFamily="34" charset="0"/>
                <a:ea typeface="Carlito" pitchFamily="34" charset="-122"/>
                <a:cs typeface="Carlito" pitchFamily="34" charset="-120"/>
              </a:rPr>
              <a:t>Search and Filter Library</a:t>
            </a:r>
            <a:endParaRPr lang="en-US" sz="1013" dirty="0"/>
          </a:p>
        </p:txBody>
      </p:sp>
      <p:sp>
        <p:nvSpPr>
          <p:cNvPr id="36" name="Text 26"/>
          <p:cNvSpPr/>
          <p:nvPr/>
        </p:nvSpPr>
        <p:spPr>
          <a:xfrm>
            <a:off x="3750469" y="3123828"/>
            <a:ext cx="1985963" cy="493776"/>
          </a:xfrm>
          <a:prstGeom prst="rect">
            <a:avLst/>
          </a:prstGeom>
          <a:noFill/>
          <a:ln/>
        </p:spPr>
        <p:txBody>
          <a:bodyPr wrap="square" lIns="0" tIns="0" rIns="0" bIns="0" rtlCol="0" anchor="t"/>
          <a:lstStyle/>
          <a:p>
            <a:pPr marL="0" indent="0" algn="l">
              <a:lnSpc>
                <a:spcPts val="1097"/>
              </a:lnSpc>
              <a:buNone/>
            </a:pPr>
            <a:r>
              <a:rPr lang="en-US" sz="800" dirty="0">
                <a:solidFill>
                  <a:srgbClr val="B8A9D9"/>
                </a:solidFill>
                <a:latin typeface="Carlito" pitchFamily="34" charset="0"/>
                <a:ea typeface="Carlito" pitchFamily="34" charset="-122"/>
                <a:cs typeface="Carlito" pitchFamily="34" charset="-120"/>
              </a:rPr>
              <a:t>Let users search by title or artist keyword across all playlists and sort playlists by descending play count.</a:t>
            </a:r>
            <a:endParaRPr lang="en-US" sz="800" dirty="0"/>
          </a:p>
        </p:txBody>
      </p:sp>
      <p:sp>
        <p:nvSpPr>
          <p:cNvPr id="37" name="Text 27"/>
          <p:cNvSpPr/>
          <p:nvPr/>
        </p:nvSpPr>
        <p:spPr>
          <a:xfrm>
            <a:off x="6032897" y="2759497"/>
            <a:ext cx="2650331" cy="1243013"/>
          </a:xfrm>
          <a:prstGeom prst="roundRect">
            <a:avLst>
              <a:gd name="adj" fmla="val 10728"/>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38" name="Image 8" descr="preencoded.png"/>
          <p:cNvPicPr>
            <a:picLocks noChangeAspect="1"/>
          </p:cNvPicPr>
          <p:nvPr/>
        </p:nvPicPr>
        <p:blipFill>
          <a:blip r:embed="rId5"/>
          <a:stretch>
            <a:fillRect/>
          </a:stretch>
        </p:blipFill>
        <p:spPr>
          <a:xfrm>
            <a:off x="6193631" y="2905944"/>
            <a:ext cx="257175" cy="257175"/>
          </a:xfrm>
          <a:prstGeom prst="rect">
            <a:avLst/>
          </a:prstGeom>
        </p:spPr>
      </p:pic>
      <p:sp>
        <p:nvSpPr>
          <p:cNvPr id="39" name="Text 28"/>
          <p:cNvSpPr/>
          <p:nvPr/>
        </p:nvSpPr>
        <p:spPr>
          <a:xfrm>
            <a:off x="6193631" y="2905944"/>
            <a:ext cx="300038" cy="257175"/>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06</a:t>
            </a:r>
            <a:endParaRPr lang="en-US" sz="800" dirty="0"/>
          </a:p>
        </p:txBody>
      </p:sp>
      <p:sp>
        <p:nvSpPr>
          <p:cNvPr id="40" name="Text 29"/>
          <p:cNvSpPr/>
          <p:nvPr/>
        </p:nvSpPr>
        <p:spPr>
          <a:xfrm>
            <a:off x="6536531" y="2905944"/>
            <a:ext cx="1985962" cy="173593"/>
          </a:xfrm>
          <a:prstGeom prst="rect">
            <a:avLst/>
          </a:prstGeom>
          <a:noFill/>
          <a:ln/>
        </p:spPr>
        <p:txBody>
          <a:bodyPr wrap="none" lIns="0" tIns="0" rIns="0" bIns="0" rtlCol="0" anchor="t"/>
          <a:lstStyle/>
          <a:p>
            <a:pPr marL="0" indent="0" algn="l">
              <a:lnSpc>
                <a:spcPts val="1266"/>
              </a:lnSpc>
              <a:buNone/>
            </a:pPr>
            <a:r>
              <a:rPr lang="en-US" sz="1013" dirty="0">
                <a:solidFill>
                  <a:srgbClr val="F3EAFE"/>
                </a:solidFill>
                <a:latin typeface="Carlito" pitchFamily="34" charset="0"/>
                <a:ea typeface="Carlito" pitchFamily="34" charset="-122"/>
                <a:cs typeface="Carlito" pitchFamily="34" charset="-120"/>
              </a:rPr>
              <a:t>Mark and View Favorites</a:t>
            </a:r>
            <a:endParaRPr lang="en-US" sz="1013" dirty="0"/>
          </a:p>
        </p:txBody>
      </p:sp>
      <p:sp>
        <p:nvSpPr>
          <p:cNvPr id="41" name="Text 30"/>
          <p:cNvSpPr/>
          <p:nvPr/>
        </p:nvSpPr>
        <p:spPr>
          <a:xfrm>
            <a:off x="6536531" y="3123828"/>
            <a:ext cx="1985963" cy="493776"/>
          </a:xfrm>
          <a:prstGeom prst="rect">
            <a:avLst/>
          </a:prstGeom>
          <a:noFill/>
          <a:ln/>
        </p:spPr>
        <p:txBody>
          <a:bodyPr wrap="square" lIns="0" tIns="0" rIns="0" bIns="0" rtlCol="0" anchor="t"/>
          <a:lstStyle/>
          <a:p>
            <a:pPr marL="0" indent="0" algn="l">
              <a:lnSpc>
                <a:spcPts val="1097"/>
              </a:lnSpc>
              <a:buNone/>
            </a:pPr>
            <a:r>
              <a:rPr lang="en-US" sz="800" dirty="0">
                <a:solidFill>
                  <a:srgbClr val="B8A9D9"/>
                </a:solidFill>
                <a:latin typeface="Carlito" pitchFamily="34" charset="0"/>
                <a:ea typeface="Carlito" pitchFamily="34" charset="-122"/>
                <a:cs typeface="Carlito" pitchFamily="34" charset="-120"/>
              </a:rPr>
              <a:t>Allow toggling a favorite flag on any song and expose a dedicated view that lists only favorited tracks across playlists.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57187"/>
            <a:ext cx="915114" cy="2143125"/>
          </a:xfrm>
          <a:prstGeom prst="rect">
            <a:avLst/>
          </a:prstGeom>
          <a:noFill/>
          <a:ln/>
        </p:spPr>
        <p:txBody>
          <a:bodyPr wrap="none" lIns="0" tIns="0" rIns="0" bIns="0" rtlCol="0" anchor="ctr"/>
          <a:lstStyle/>
          <a:p>
            <a:pPr marL="0" indent="0" algn="ctr">
              <a:buNone/>
            </a:pPr>
            <a:r>
              <a:rPr lang="en-US" sz="11250" dirty="0">
                <a:solidFill>
                  <a:srgbClr val="C77DFF">
                    <a:alpha val="8000"/>
                  </a:srgbClr>
                </a:solidFill>
                <a:latin typeface="Segoe UI Symbol" pitchFamily="34" charset="0"/>
                <a:ea typeface="Segoe UI Symbol" pitchFamily="34" charset="-122"/>
                <a:cs typeface="Segoe UI Symbol" pitchFamily="34" charset="-120"/>
              </a:rPr>
              <a:t>♪</a:t>
            </a:r>
            <a:endParaRPr lang="en-US" sz="11250" dirty="0"/>
          </a:p>
        </p:txBody>
      </p:sp>
      <p:pic>
        <p:nvPicPr>
          <p:cNvPr id="5" name="Image 2" descr="/tmp/h2p-svg-1790763875356-gd53gu.png"/>
          <p:cNvPicPr>
            <a:picLocks noChangeAspect="1"/>
          </p:cNvPicPr>
          <p:nvPr/>
        </p:nvPicPr>
        <p:blipFill>
          <a:blip r:embed="rId4"/>
          <a:stretch>
            <a:fillRect/>
          </a:stretch>
        </p:blipFill>
        <p:spPr>
          <a:xfrm>
            <a:off x="621506" y="1492262"/>
            <a:ext cx="314325" cy="314325"/>
          </a:xfrm>
          <a:prstGeom prst="rect">
            <a:avLst/>
          </a:prstGeom>
        </p:spPr>
      </p:pic>
      <p:pic>
        <p:nvPicPr>
          <p:cNvPr id="6" name="Image 3" descr="/tmp/h2p-svg-1790763875358-ks9g0q.png"/>
          <p:cNvPicPr>
            <a:picLocks noChangeAspect="1"/>
          </p:cNvPicPr>
          <p:nvPr/>
        </p:nvPicPr>
        <p:blipFill>
          <a:blip r:embed="rId5"/>
          <a:stretch>
            <a:fillRect/>
          </a:stretch>
        </p:blipFill>
        <p:spPr>
          <a:xfrm>
            <a:off x="3407569" y="1492262"/>
            <a:ext cx="314325" cy="314325"/>
          </a:xfrm>
          <a:prstGeom prst="rect">
            <a:avLst/>
          </a:prstGeom>
        </p:spPr>
      </p:pic>
      <p:pic>
        <p:nvPicPr>
          <p:cNvPr id="7" name="Image 4" descr="preencoded.png"/>
          <p:cNvPicPr>
            <a:picLocks noChangeAspect="1"/>
          </p:cNvPicPr>
          <p:nvPr/>
        </p:nvPicPr>
        <p:blipFill>
          <a:blip r:embed="rId6"/>
          <a:stretch>
            <a:fillRect/>
          </a:stretch>
        </p:blipFill>
        <p:spPr>
          <a:xfrm>
            <a:off x="457200" y="4893469"/>
            <a:ext cx="57150" cy="57150"/>
          </a:xfrm>
          <a:prstGeom prst="rect">
            <a:avLst/>
          </a:prstGeom>
        </p:spPr>
      </p:pic>
      <p:sp>
        <p:nvSpPr>
          <p:cNvPr id="8" name="Text 1"/>
          <p:cNvSpPr/>
          <p:nvPr/>
        </p:nvSpPr>
        <p:spPr>
          <a:xfrm>
            <a:off x="585788" y="4857750"/>
            <a:ext cx="2668828"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9" name="Text 2"/>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05 / 15</a:t>
            </a:r>
            <a:endParaRPr lang="en-US" sz="800" dirty="0"/>
          </a:p>
        </p:txBody>
      </p:sp>
      <p:sp>
        <p:nvSpPr>
          <p:cNvPr id="10" name="Text 3"/>
          <p:cNvSpPr/>
          <p:nvPr/>
        </p:nvSpPr>
        <p:spPr>
          <a:xfrm>
            <a:off x="457200" y="400050"/>
            <a:ext cx="8636000" cy="164592"/>
          </a:xfrm>
          <a:prstGeom prst="rect">
            <a:avLst/>
          </a:prstGeom>
          <a:noFill/>
          <a:ln/>
        </p:spPr>
        <p:txBody>
          <a:bodyPr wrap="none" lIns="0" tIns="0" rIns="0" bIns="0" rtlCol="0" anchor="t"/>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04 / 15 — EXISTING SYSTEM</a:t>
            </a:r>
            <a:endParaRPr lang="en-US" sz="800" dirty="0"/>
          </a:p>
        </p:txBody>
      </p:sp>
      <p:sp>
        <p:nvSpPr>
          <p:cNvPr id="11" name="Text 4"/>
          <p:cNvSpPr/>
          <p:nvPr/>
        </p:nvSpPr>
        <p:spPr>
          <a:xfrm>
            <a:off x="457200" y="607219"/>
            <a:ext cx="8636000" cy="390477"/>
          </a:xfrm>
          <a:prstGeom prst="rect">
            <a:avLst/>
          </a:prstGeom>
          <a:noFill/>
          <a:ln/>
        </p:spPr>
        <p:txBody>
          <a:bodyPr wrap="none" lIns="0" tIns="0" rIns="0" bIns="0" rtlCol="0" anchor="t">
            <a:normAutofit/>
          </a:bodyPr>
          <a:lstStyle/>
          <a:p>
            <a:pPr marL="0" indent="0" algn="l">
              <a:lnSpc>
                <a:spcPts val="2953"/>
              </a:lnSpc>
              <a:buNone/>
            </a:pPr>
            <a:r>
              <a:rPr lang="en-US" sz="2813" b="1" kern="0" spc="-28" dirty="0">
                <a:solidFill>
                  <a:srgbClr val="F3EAFE"/>
                </a:solidFill>
                <a:latin typeface="Carlito" pitchFamily="34" charset="0"/>
                <a:ea typeface="Carlito" pitchFamily="34" charset="-122"/>
                <a:cs typeface="Carlito" pitchFamily="34" charset="-120"/>
              </a:rPr>
              <a:t>How It Works Today</a:t>
            </a:r>
            <a:endParaRPr lang="en-US" sz="2813" dirty="0"/>
          </a:p>
        </p:txBody>
      </p:sp>
      <p:sp>
        <p:nvSpPr>
          <p:cNvPr id="12" name="Text 5"/>
          <p:cNvSpPr/>
          <p:nvPr/>
        </p:nvSpPr>
        <p:spPr>
          <a:xfrm>
            <a:off x="457200" y="1025128"/>
            <a:ext cx="8229600" cy="172749"/>
          </a:xfrm>
          <a:prstGeom prst="rect">
            <a:avLst/>
          </a:prstGeom>
          <a:noFill/>
          <a:ln/>
        </p:spPr>
        <p:txBody>
          <a:bodyPr wrap="square" lIns="0" tIns="0" rIns="0" bIns="0" rtlCol="0" anchor="t"/>
          <a:lstStyle/>
          <a:p>
            <a:pPr marL="0" indent="0" algn="l">
              <a:lnSpc>
                <a:spcPts val="1260"/>
              </a:lnSpc>
              <a:buNone/>
            </a:pPr>
            <a:r>
              <a:rPr lang="en-US" sz="900" dirty="0">
                <a:solidFill>
                  <a:srgbClr val="B8A9D9"/>
                </a:solidFill>
                <a:latin typeface="Carlito" pitchFamily="34" charset="0"/>
                <a:ea typeface="Carlito" pitchFamily="34" charset="-122"/>
                <a:cs typeface="Carlito" pitchFamily="34" charset="-120"/>
              </a:rPr>
              <a:t>A look at the solutions listeners currently rely on and where each falls short.</a:t>
            </a:r>
            <a:endParaRPr lang="en-US" sz="900" dirty="0"/>
          </a:p>
        </p:txBody>
      </p:sp>
      <p:sp>
        <p:nvSpPr>
          <p:cNvPr id="13" name="Text 6"/>
          <p:cNvSpPr/>
          <p:nvPr/>
        </p:nvSpPr>
        <p:spPr>
          <a:xfrm>
            <a:off x="460772" y="1331528"/>
            <a:ext cx="2650331" cy="2157413"/>
          </a:xfrm>
          <a:prstGeom prst="roundRect">
            <a:avLst>
              <a:gd name="adj" fmla="val 6181"/>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sp>
        <p:nvSpPr>
          <p:cNvPr id="15" name="Text 8"/>
          <p:cNvSpPr/>
          <p:nvPr/>
        </p:nvSpPr>
        <p:spPr>
          <a:xfrm>
            <a:off x="1021556" y="1501192"/>
            <a:ext cx="1231154" cy="151162"/>
          </a:xfrm>
          <a:prstGeom prst="rect">
            <a:avLst/>
          </a:prstGeom>
          <a:noFill/>
          <a:ln/>
        </p:spPr>
        <p:txBody>
          <a:bodyPr wrap="none" lIns="0" tIns="0" rIns="0" bIns="0" rtlCol="0" anchor="t">
            <a:normAutofit/>
          </a:bodyPr>
          <a:lstStyle/>
          <a:p>
            <a:pPr marL="0" indent="0" algn="l">
              <a:lnSpc>
                <a:spcPts val="1238"/>
              </a:lnSpc>
              <a:buNone/>
            </a:pPr>
            <a:r>
              <a:rPr lang="en-US" sz="1125" b="1" dirty="0">
                <a:solidFill>
                  <a:srgbClr val="F3EAFE"/>
                </a:solidFill>
                <a:latin typeface="Carlito" pitchFamily="34" charset="0"/>
                <a:ea typeface="Carlito" pitchFamily="34" charset="-122"/>
                <a:cs typeface="Carlito" pitchFamily="34" charset="-120"/>
              </a:rPr>
              <a:t>Spotify</a:t>
            </a:r>
            <a:endParaRPr lang="en-US" sz="1125" dirty="0"/>
          </a:p>
        </p:txBody>
      </p:sp>
      <p:sp>
        <p:nvSpPr>
          <p:cNvPr id="16" name="Text 9"/>
          <p:cNvSpPr/>
          <p:nvPr/>
        </p:nvSpPr>
        <p:spPr>
          <a:xfrm>
            <a:off x="1021556" y="1679786"/>
            <a:ext cx="1261181"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FF8EC7"/>
                </a:solidFill>
                <a:latin typeface="Courier New" pitchFamily="34" charset="0"/>
                <a:ea typeface="Courier New" pitchFamily="34" charset="-122"/>
                <a:cs typeface="Courier New" pitchFamily="34" charset="-120"/>
              </a:rPr>
              <a:t>STREAMING PLATFORM</a:t>
            </a:r>
            <a:endParaRPr lang="en-US" sz="800" dirty="0"/>
          </a:p>
        </p:txBody>
      </p:sp>
      <p:sp>
        <p:nvSpPr>
          <p:cNvPr id="17" name="Text 10"/>
          <p:cNvSpPr/>
          <p:nvPr/>
        </p:nvSpPr>
        <p:spPr>
          <a:xfrm>
            <a:off x="621506" y="1906600"/>
            <a:ext cx="2328863" cy="1522047"/>
          </a:xfrm>
          <a:prstGeom prst="rect">
            <a:avLst/>
          </a:prstGeom>
          <a:noFill/>
          <a:ln/>
        </p:spPr>
        <p:txBody>
          <a:bodyPr wrap="square" lIns="0" tIns="0" rIns="0" bIns="0" rtlCol="0" anchor="t"/>
          <a:lstStyle/>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Requires active internet and a paid premium account for offline listening.</a:t>
            </a:r>
            <a:endParaRPr lang="en-US" sz="800" dirty="0"/>
          </a:p>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Aggregated statistics only; no per-song play counter you can manually trigger.</a:t>
            </a:r>
            <a:endParaRPr lang="en-US" sz="800" dirty="0"/>
          </a:p>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Cannot combine songs from outside its catalog into a single unified playlist.</a:t>
            </a:r>
            <a:endParaRPr lang="en-US" sz="800" dirty="0"/>
          </a:p>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Privacy concerns — listening history is stored on third-party servers.</a:t>
            </a:r>
            <a:endParaRPr lang="en-US" sz="800" dirty="0"/>
          </a:p>
        </p:txBody>
      </p:sp>
      <p:sp>
        <p:nvSpPr>
          <p:cNvPr id="18" name="Text 11"/>
          <p:cNvSpPr/>
          <p:nvPr/>
        </p:nvSpPr>
        <p:spPr>
          <a:xfrm>
            <a:off x="3246834" y="1331528"/>
            <a:ext cx="2650331" cy="2157413"/>
          </a:xfrm>
          <a:prstGeom prst="roundRect">
            <a:avLst>
              <a:gd name="adj" fmla="val 6181"/>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sp>
        <p:nvSpPr>
          <p:cNvPr id="20" name="Text 13"/>
          <p:cNvSpPr/>
          <p:nvPr/>
        </p:nvSpPr>
        <p:spPr>
          <a:xfrm>
            <a:off x="3807619" y="1501192"/>
            <a:ext cx="1212570" cy="151162"/>
          </a:xfrm>
          <a:prstGeom prst="rect">
            <a:avLst/>
          </a:prstGeom>
          <a:noFill/>
          <a:ln/>
        </p:spPr>
        <p:txBody>
          <a:bodyPr wrap="none" lIns="0" tIns="0" rIns="0" bIns="0" rtlCol="0" anchor="t">
            <a:normAutofit/>
          </a:bodyPr>
          <a:lstStyle/>
          <a:p>
            <a:pPr marL="0" indent="0" algn="l">
              <a:lnSpc>
                <a:spcPts val="1238"/>
              </a:lnSpc>
              <a:buNone/>
            </a:pPr>
            <a:r>
              <a:rPr lang="en-US" sz="1125" b="1" dirty="0">
                <a:solidFill>
                  <a:srgbClr val="F3EAFE"/>
                </a:solidFill>
                <a:latin typeface="Carlito" pitchFamily="34" charset="0"/>
                <a:ea typeface="Carlito" pitchFamily="34" charset="-122"/>
                <a:cs typeface="Carlito" pitchFamily="34" charset="-120"/>
              </a:rPr>
              <a:t>YouTube Music</a:t>
            </a:r>
            <a:endParaRPr lang="en-US" sz="1125" dirty="0"/>
          </a:p>
        </p:txBody>
      </p:sp>
      <p:sp>
        <p:nvSpPr>
          <p:cNvPr id="21" name="Text 14"/>
          <p:cNvSpPr/>
          <p:nvPr/>
        </p:nvSpPr>
        <p:spPr>
          <a:xfrm>
            <a:off x="3807619" y="1679786"/>
            <a:ext cx="1356608"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FF8EC7"/>
                </a:solidFill>
                <a:latin typeface="Courier New" pitchFamily="34" charset="0"/>
                <a:ea typeface="Courier New" pitchFamily="34" charset="-122"/>
                <a:cs typeface="Courier New" pitchFamily="34" charset="-120"/>
              </a:rPr>
              <a:t>VIDEO-DRIVEN MUSIC</a:t>
            </a:r>
            <a:endParaRPr lang="en-US" sz="800" dirty="0"/>
          </a:p>
        </p:txBody>
      </p:sp>
      <p:sp>
        <p:nvSpPr>
          <p:cNvPr id="22" name="Text 15"/>
          <p:cNvSpPr/>
          <p:nvPr/>
        </p:nvSpPr>
        <p:spPr>
          <a:xfrm>
            <a:off x="3407569" y="1906600"/>
            <a:ext cx="2328863" cy="1522047"/>
          </a:xfrm>
          <a:prstGeom prst="rect">
            <a:avLst/>
          </a:prstGeom>
          <a:noFill/>
          <a:ln/>
        </p:spPr>
        <p:txBody>
          <a:bodyPr wrap="square" lIns="0" tIns="0" rIns="0" bIns="0" rtlCol="0" anchor="t"/>
          <a:lstStyle/>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Songs disappear when videos are removed or copyright changes hands.</a:t>
            </a:r>
            <a:endParaRPr lang="en-US" sz="800" dirty="0"/>
          </a:p>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Ad interruptions skew the listening and play-count experience.</a:t>
            </a:r>
            <a:endParaRPr lang="en-US" sz="800" dirty="0"/>
          </a:p>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No unified dashboard for personal library statistics across playlists.</a:t>
            </a:r>
            <a:endParaRPr lang="en-US" sz="800" dirty="0"/>
          </a:p>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Heavy on resources — a video player is overkill for audio-only listening.</a:t>
            </a:r>
            <a:endParaRPr lang="en-US" sz="800" dirty="0"/>
          </a:p>
        </p:txBody>
      </p:sp>
      <p:sp>
        <p:nvSpPr>
          <p:cNvPr id="23" name="Text 16"/>
          <p:cNvSpPr/>
          <p:nvPr/>
        </p:nvSpPr>
        <p:spPr>
          <a:xfrm>
            <a:off x="6032897" y="1331528"/>
            <a:ext cx="2650331" cy="2157413"/>
          </a:xfrm>
          <a:prstGeom prst="roundRect">
            <a:avLst>
              <a:gd name="adj" fmla="val 6181"/>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24" name="Image 5" descr="preencoded.png"/>
          <p:cNvPicPr>
            <a:picLocks noChangeAspect="1"/>
          </p:cNvPicPr>
          <p:nvPr/>
        </p:nvPicPr>
        <p:blipFill>
          <a:blip r:embed="rId7"/>
          <a:stretch>
            <a:fillRect/>
          </a:stretch>
        </p:blipFill>
        <p:spPr>
          <a:xfrm>
            <a:off x="6193631" y="1492262"/>
            <a:ext cx="314325" cy="314325"/>
          </a:xfrm>
          <a:prstGeom prst="rect">
            <a:avLst/>
          </a:prstGeom>
        </p:spPr>
      </p:pic>
      <p:sp>
        <p:nvSpPr>
          <p:cNvPr id="25" name="Text 17"/>
          <p:cNvSpPr/>
          <p:nvPr/>
        </p:nvSpPr>
        <p:spPr>
          <a:xfrm>
            <a:off x="6193631" y="1492262"/>
            <a:ext cx="357188" cy="314325"/>
          </a:xfrm>
          <a:prstGeom prst="rect">
            <a:avLst/>
          </a:prstGeom>
          <a:noFill/>
          <a:ln/>
        </p:spPr>
        <p:txBody>
          <a:bodyPr wrap="none" lIns="0" tIns="0" rIns="0" bIns="0" rtlCol="0" anchor="ctr"/>
          <a:lstStyle/>
          <a:p>
            <a:pPr marL="0" indent="0" algn="ctr">
              <a:lnSpc>
                <a:spcPts val="2025"/>
              </a:lnSpc>
              <a:buNone/>
            </a:pPr>
            <a:r>
              <a:rPr lang="en-US" sz="1350" b="1" dirty="0">
                <a:solidFill>
                  <a:srgbClr val="FFFFFF"/>
                </a:solidFill>
                <a:latin typeface="Liberation Sans Narrow" pitchFamily="34" charset="0"/>
                <a:ea typeface="Liberation Sans Narrow" pitchFamily="34" charset="-122"/>
                <a:cs typeface="Liberation Sans Narrow" pitchFamily="34" charset="-120"/>
              </a:rPr>
              <a:t>F</a:t>
            </a:r>
            <a:endParaRPr lang="en-US" sz="1350" dirty="0"/>
          </a:p>
        </p:txBody>
      </p:sp>
      <p:sp>
        <p:nvSpPr>
          <p:cNvPr id="26" name="Text 18"/>
          <p:cNvSpPr/>
          <p:nvPr/>
        </p:nvSpPr>
        <p:spPr>
          <a:xfrm>
            <a:off x="6593681" y="1501192"/>
            <a:ext cx="1809015" cy="151162"/>
          </a:xfrm>
          <a:prstGeom prst="rect">
            <a:avLst/>
          </a:prstGeom>
          <a:noFill/>
          <a:ln/>
        </p:spPr>
        <p:txBody>
          <a:bodyPr wrap="none" lIns="0" tIns="0" rIns="0" bIns="0" rtlCol="0" anchor="t">
            <a:normAutofit/>
          </a:bodyPr>
          <a:lstStyle/>
          <a:p>
            <a:pPr marL="0" indent="0" algn="l">
              <a:lnSpc>
                <a:spcPts val="1238"/>
              </a:lnSpc>
              <a:buNone/>
            </a:pPr>
            <a:r>
              <a:rPr lang="en-US" sz="1125" b="1" dirty="0">
                <a:solidFill>
                  <a:srgbClr val="F3EAFE"/>
                </a:solidFill>
                <a:latin typeface="Carlito" pitchFamily="34" charset="0"/>
                <a:ea typeface="Carlito" pitchFamily="34" charset="-122"/>
                <a:cs typeface="Carlito" pitchFamily="34" charset="-120"/>
              </a:rPr>
              <a:t>Local Files / Manual Lists</a:t>
            </a:r>
            <a:endParaRPr lang="en-US" sz="1125" dirty="0"/>
          </a:p>
        </p:txBody>
      </p:sp>
      <p:sp>
        <p:nvSpPr>
          <p:cNvPr id="27" name="Text 19"/>
          <p:cNvSpPr/>
          <p:nvPr/>
        </p:nvSpPr>
        <p:spPr>
          <a:xfrm>
            <a:off x="6593681" y="1679786"/>
            <a:ext cx="1928813"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FF8EC7"/>
                </a:solidFill>
                <a:latin typeface="Courier New" pitchFamily="34" charset="0"/>
                <a:ea typeface="Courier New" pitchFamily="34" charset="-122"/>
                <a:cs typeface="Courier New" pitchFamily="34" charset="-120"/>
              </a:rPr>
              <a:t>LOCAL STORAGE</a:t>
            </a:r>
            <a:endParaRPr lang="en-US" sz="800" dirty="0"/>
          </a:p>
        </p:txBody>
      </p:sp>
      <p:sp>
        <p:nvSpPr>
          <p:cNvPr id="28" name="Text 20"/>
          <p:cNvSpPr/>
          <p:nvPr/>
        </p:nvSpPr>
        <p:spPr>
          <a:xfrm>
            <a:off x="6193631" y="1906600"/>
            <a:ext cx="2328863" cy="1522047"/>
          </a:xfrm>
          <a:prstGeom prst="rect">
            <a:avLst/>
          </a:prstGeom>
          <a:noFill/>
          <a:ln/>
        </p:spPr>
        <p:txBody>
          <a:bodyPr wrap="square" lIns="0" tIns="0" rIns="0" bIns="0" rtlCol="0" anchor="t"/>
          <a:lstStyle/>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Maintaining a written or spreadsheet list is tedious and error-prone.</a:t>
            </a:r>
            <a:endParaRPr lang="en-US" sz="800" dirty="0"/>
          </a:p>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No automatic play tracking — users must remember or note each play.</a:t>
            </a:r>
            <a:endParaRPr lang="en-US" sz="800" dirty="0"/>
          </a:p>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No searching, sorting, or statistics without manual formulas.</a:t>
            </a:r>
            <a:endParaRPr lang="en-US" sz="800" dirty="0"/>
          </a:p>
          <a:p>
            <a:pPr marL="0" indent="0" algn="l">
              <a:lnSpc>
                <a:spcPts val="1020"/>
              </a:lnSpc>
              <a:buNone/>
            </a:pPr>
            <a:r>
              <a:rPr lang="en-US" sz="600" dirty="0">
                <a:solidFill>
                  <a:srgbClr val="FF8EC7"/>
                </a:solidFill>
                <a:latin typeface="Carlito" pitchFamily="34" charset="0"/>
                <a:ea typeface="Carlito" pitchFamily="34" charset="-122"/>
                <a:cs typeface="Carlito" pitchFamily="34" charset="-120"/>
              </a:rPr>
              <a:t>●  </a:t>
            </a:r>
            <a:r>
              <a:rPr lang="en-US" sz="800" dirty="0">
                <a:solidFill>
                  <a:srgbClr val="B8A9D9"/>
                </a:solidFill>
                <a:latin typeface="Carlito" pitchFamily="34" charset="0"/>
                <a:ea typeface="Carlito" pitchFamily="34" charset="-122"/>
                <a:cs typeface="Carlito" pitchFamily="34" charset="-120"/>
              </a:rPr>
              <a:t>Hard to share, back up, or visualise listening trends over time.</a:t>
            </a:r>
            <a:endParaRPr lang="en-US" sz="800" dirty="0"/>
          </a:p>
        </p:txBody>
      </p:sp>
      <p:pic>
        <p:nvPicPr>
          <p:cNvPr id="29" name="Image 6" descr="preencoded.png"/>
          <p:cNvPicPr>
            <a:picLocks noChangeAspect="1"/>
          </p:cNvPicPr>
          <p:nvPr/>
        </p:nvPicPr>
        <p:blipFill>
          <a:blip r:embed="rId8"/>
          <a:stretch>
            <a:fillRect/>
          </a:stretch>
        </p:blipFill>
        <p:spPr>
          <a:xfrm>
            <a:off x="457200" y="3649676"/>
            <a:ext cx="8229600" cy="478400"/>
          </a:xfrm>
          <a:prstGeom prst="rect">
            <a:avLst/>
          </a:prstGeom>
        </p:spPr>
      </p:pic>
      <p:sp>
        <p:nvSpPr>
          <p:cNvPr id="30" name="Text 21"/>
          <p:cNvSpPr/>
          <p:nvPr/>
        </p:nvSpPr>
        <p:spPr>
          <a:xfrm>
            <a:off x="460772" y="3653247"/>
            <a:ext cx="8222456" cy="474828"/>
          </a:xfrm>
          <a:prstGeom prst="roundRect">
            <a:avLst>
              <a:gd name="adj" fmla="val 37209"/>
            </a:avLst>
          </a:prstGeom>
          <a:noFill/>
          <a:ln w="7144">
            <a:solidFill>
              <a:srgbClr val="FF3D8B"/>
            </a:solidFill>
            <a:prstDash val="solid"/>
          </a:ln>
          <a:effectLst>
            <a:outerShdw blurRad="190500" dist="50800" dir="16200000" algn="bl" rotWithShape="0">
              <a:srgbClr val="FF3D8B">
                <a:alpha val="15000"/>
              </a:srgbClr>
            </a:outerShdw>
          </a:effectLst>
        </p:spPr>
        <p:txBody>
          <a:bodyPr wrap="square" rtlCol="0" anchor="ctr"/>
          <a:lstStyle/>
          <a:p>
            <a:pPr marL="0" indent="0">
              <a:buNone/>
            </a:pPr>
            <a:endParaRPr lang="en-US" dirty="0"/>
          </a:p>
        </p:txBody>
      </p:sp>
      <p:sp>
        <p:nvSpPr>
          <p:cNvPr id="31" name="Text 22"/>
          <p:cNvSpPr/>
          <p:nvPr/>
        </p:nvSpPr>
        <p:spPr>
          <a:xfrm>
            <a:off x="635794" y="3749687"/>
            <a:ext cx="7872413" cy="474828"/>
          </a:xfrm>
          <a:prstGeom prst="rect">
            <a:avLst/>
          </a:prstGeom>
          <a:noFill/>
          <a:ln/>
        </p:spPr>
        <p:txBody>
          <a:bodyPr wrap="square" lIns="0" tIns="0" rIns="0" bIns="0" rtlCol="0" anchor="t"/>
          <a:lstStyle/>
          <a:p>
            <a:pPr marL="0" indent="0" algn="ctr">
              <a:lnSpc>
                <a:spcPts val="1013"/>
              </a:lnSpc>
              <a:buNone/>
            </a:pPr>
            <a:r>
              <a:rPr lang="en-US" sz="800" b="1" kern="0" spc="149" dirty="0">
                <a:solidFill>
                  <a:srgbClr val="FF3D8B"/>
                </a:solidFill>
                <a:latin typeface="Courier New" pitchFamily="34" charset="0"/>
                <a:ea typeface="Courier New" pitchFamily="34" charset="-122"/>
                <a:cs typeface="Courier New" pitchFamily="34" charset="-120"/>
              </a:rPr>
              <a:t>GAP:</a:t>
            </a:r>
            <a:r>
              <a:rPr lang="en-US" sz="800" kern="0" spc="149" dirty="0">
                <a:solidFill>
                  <a:srgbClr val="FF8EC7"/>
                </a:solidFill>
                <a:latin typeface="Courier New" pitchFamily="34" charset="0"/>
                <a:ea typeface="Courier New" pitchFamily="34" charset="-122"/>
                <a:cs typeface="Courier New" pitchFamily="34" charset="-120"/>
              </a:rPr>
              <a:t> A LIGHTWEIGHT, OFFLINE, JAVA-BASED SOLUTION THAT COMBINES ORGANISATION + ANALYTICS IN A SINGLE 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rot="900000">
            <a:off x="8501063" y="-285750"/>
            <a:ext cx="857250" cy="2571750"/>
          </a:xfrm>
          <a:prstGeom prst="rect">
            <a:avLst/>
          </a:prstGeom>
          <a:noFill/>
          <a:ln/>
        </p:spPr>
        <p:txBody>
          <a:bodyPr wrap="none" lIns="0" tIns="0" rIns="0" bIns="0" rtlCol="0" anchor="ctr"/>
          <a:lstStyle/>
          <a:p>
            <a:pPr marL="0" indent="0" algn="ctr">
              <a:buNone/>
            </a:pPr>
            <a:r>
              <a:rPr lang="en-US" sz="13500" dirty="0">
                <a:solidFill>
                  <a:srgbClr val="C77DFF">
                    <a:alpha val="8000"/>
                  </a:srgbClr>
                </a:solidFill>
                <a:latin typeface="Segoe UI Symbol" pitchFamily="34" charset="0"/>
                <a:ea typeface="Segoe UI Symbol" pitchFamily="34" charset="-122"/>
                <a:cs typeface="Segoe UI Symbol" pitchFamily="34" charset="-120"/>
              </a:rPr>
              <a:t>♪</a:t>
            </a:r>
            <a:endParaRPr lang="en-US" sz="13500" dirty="0"/>
          </a:p>
        </p:txBody>
      </p:sp>
      <p:sp>
        <p:nvSpPr>
          <p:cNvPr id="5" name="Text 1"/>
          <p:cNvSpPr/>
          <p:nvPr/>
        </p:nvSpPr>
        <p:spPr>
          <a:xfrm rot="20880000">
            <a:off x="3657600" y="3643313"/>
            <a:ext cx="964406" cy="1500187"/>
          </a:xfrm>
          <a:prstGeom prst="rect">
            <a:avLst/>
          </a:prstGeom>
          <a:noFill/>
          <a:ln/>
        </p:spPr>
        <p:txBody>
          <a:bodyPr wrap="none" lIns="0" tIns="0" rIns="0" bIns="0" rtlCol="0" anchor="ctr"/>
          <a:lstStyle/>
          <a:p>
            <a:pPr marL="0" indent="0" algn="ctr">
              <a:buNone/>
            </a:pPr>
            <a:r>
              <a:rPr lang="en-US" sz="10125" dirty="0">
                <a:solidFill>
                  <a:srgbClr val="C77DFF">
                    <a:alpha val="8000"/>
                  </a:srgbClr>
                </a:solidFill>
                <a:latin typeface="Segoe UI Symbol" pitchFamily="34" charset="0"/>
                <a:ea typeface="Segoe UI Symbol" pitchFamily="34" charset="-122"/>
                <a:cs typeface="Segoe UI Symbol" pitchFamily="34" charset="-120"/>
              </a:rPr>
              <a:t>♫</a:t>
            </a:r>
            <a:endParaRPr lang="en-US" sz="10125" dirty="0"/>
          </a:p>
        </p:txBody>
      </p:sp>
      <p:sp>
        <p:nvSpPr>
          <p:cNvPr id="6" name="Shape 2"/>
          <p:cNvSpPr/>
          <p:nvPr/>
        </p:nvSpPr>
        <p:spPr>
          <a:xfrm>
            <a:off x="4836319" y="2079501"/>
            <a:ext cx="3686175" cy="0"/>
          </a:xfrm>
          <a:prstGeom prst="line">
            <a:avLst/>
          </a:prstGeom>
          <a:noFill/>
          <a:ln w="7144">
            <a:solidFill>
              <a:srgbClr val="C77DFF"/>
            </a:solidFill>
            <a:prstDash val="dash"/>
          </a:ln>
        </p:spPr>
        <p:txBody>
          <a:bodyPr/>
          <a:lstStyle/>
          <a:p>
            <a:endParaRPr lang="en-IN"/>
          </a:p>
        </p:txBody>
      </p:sp>
      <p:sp>
        <p:nvSpPr>
          <p:cNvPr id="7" name="Shape 3"/>
          <p:cNvSpPr/>
          <p:nvPr/>
        </p:nvSpPr>
        <p:spPr>
          <a:xfrm>
            <a:off x="4836319" y="2515270"/>
            <a:ext cx="3686175" cy="0"/>
          </a:xfrm>
          <a:prstGeom prst="line">
            <a:avLst/>
          </a:prstGeom>
          <a:noFill/>
          <a:ln w="7144">
            <a:solidFill>
              <a:srgbClr val="C77DFF"/>
            </a:solidFill>
            <a:prstDash val="dash"/>
          </a:ln>
        </p:spPr>
        <p:txBody>
          <a:bodyPr/>
          <a:lstStyle/>
          <a:p>
            <a:endParaRPr lang="en-IN"/>
          </a:p>
        </p:txBody>
      </p:sp>
      <p:sp>
        <p:nvSpPr>
          <p:cNvPr id="8" name="Shape 4"/>
          <p:cNvSpPr/>
          <p:nvPr/>
        </p:nvSpPr>
        <p:spPr>
          <a:xfrm>
            <a:off x="4836319" y="2951038"/>
            <a:ext cx="3686175" cy="0"/>
          </a:xfrm>
          <a:prstGeom prst="line">
            <a:avLst/>
          </a:prstGeom>
          <a:noFill/>
          <a:ln w="7144">
            <a:solidFill>
              <a:srgbClr val="C77DFF"/>
            </a:solidFill>
            <a:prstDash val="dash"/>
          </a:ln>
        </p:spPr>
        <p:txBody>
          <a:bodyPr/>
          <a:lstStyle/>
          <a:p>
            <a:endParaRPr lang="en-IN"/>
          </a:p>
        </p:txBody>
      </p:sp>
      <p:sp>
        <p:nvSpPr>
          <p:cNvPr id="9" name="Shape 5"/>
          <p:cNvSpPr/>
          <p:nvPr/>
        </p:nvSpPr>
        <p:spPr>
          <a:xfrm>
            <a:off x="4836319" y="3486820"/>
            <a:ext cx="3686175" cy="0"/>
          </a:xfrm>
          <a:prstGeom prst="line">
            <a:avLst/>
          </a:prstGeom>
          <a:noFill/>
          <a:ln w="7144">
            <a:solidFill>
              <a:srgbClr val="C77DFF"/>
            </a:solidFill>
            <a:prstDash val="solid"/>
          </a:ln>
        </p:spPr>
        <p:txBody>
          <a:bodyPr/>
          <a:lstStyle/>
          <a:p>
            <a:endParaRPr lang="en-IN"/>
          </a:p>
        </p:txBody>
      </p:sp>
      <p:sp>
        <p:nvSpPr>
          <p:cNvPr id="10" name="Text 6"/>
          <p:cNvSpPr/>
          <p:nvPr/>
        </p:nvSpPr>
        <p:spPr>
          <a:xfrm>
            <a:off x="457200" y="4857750"/>
            <a:ext cx="7819169"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11" name="Text 7"/>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06 / 15</a:t>
            </a:r>
            <a:endParaRPr lang="en-US" sz="800" dirty="0"/>
          </a:p>
        </p:txBody>
      </p:sp>
      <p:sp>
        <p:nvSpPr>
          <p:cNvPr id="12" name="Text 8"/>
          <p:cNvSpPr/>
          <p:nvPr/>
        </p:nvSpPr>
        <p:spPr>
          <a:xfrm>
            <a:off x="457200" y="400050"/>
            <a:ext cx="8636000" cy="164592"/>
          </a:xfrm>
          <a:prstGeom prst="rect">
            <a:avLst/>
          </a:prstGeom>
          <a:noFill/>
          <a:ln/>
        </p:spPr>
        <p:txBody>
          <a:bodyPr wrap="none" lIns="0" tIns="0" rIns="0" bIns="0" rtlCol="0" anchor="t"/>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05 / 15 — PROPOSED SYSTEM</a:t>
            </a:r>
            <a:endParaRPr lang="en-US" sz="800" dirty="0"/>
          </a:p>
        </p:txBody>
      </p:sp>
      <p:sp>
        <p:nvSpPr>
          <p:cNvPr id="13" name="Text 9"/>
          <p:cNvSpPr/>
          <p:nvPr/>
        </p:nvSpPr>
        <p:spPr>
          <a:xfrm>
            <a:off x="457200" y="607219"/>
            <a:ext cx="8636000" cy="421204"/>
          </a:xfrm>
          <a:prstGeom prst="rect">
            <a:avLst/>
          </a:prstGeom>
          <a:noFill/>
          <a:ln/>
        </p:spPr>
        <p:txBody>
          <a:bodyPr wrap="none" lIns="0" tIns="0" rIns="0" bIns="0" rtlCol="0" anchor="t"/>
          <a:lstStyle/>
          <a:p>
            <a:pPr marL="0" indent="0" algn="l">
              <a:lnSpc>
                <a:spcPts val="3071"/>
              </a:lnSpc>
              <a:buNone/>
            </a:pPr>
            <a:r>
              <a:rPr lang="en-US" sz="2925" b="1" dirty="0">
                <a:solidFill>
                  <a:srgbClr val="F3EAFE"/>
                </a:solidFill>
                <a:latin typeface="Carlito" pitchFamily="34" charset="0"/>
                <a:ea typeface="Carlito" pitchFamily="34" charset="-122"/>
                <a:cs typeface="Carlito" pitchFamily="34" charset="-120"/>
              </a:rPr>
              <a:t>Our </a:t>
            </a:r>
            <a:r>
              <a:rPr lang="en-US" sz="2925" b="1" dirty="0">
                <a:solidFill>
                  <a:srgbClr val="C77DFF"/>
                </a:solidFill>
                <a:latin typeface="Carlito" pitchFamily="34" charset="0"/>
                <a:ea typeface="Carlito" pitchFamily="34" charset="-122"/>
                <a:cs typeface="Carlito" pitchFamily="34" charset="-120"/>
              </a:rPr>
              <a:t>Solution</a:t>
            </a:r>
            <a:endParaRPr lang="en-US" sz="2925" dirty="0"/>
          </a:p>
        </p:txBody>
      </p:sp>
      <p:sp>
        <p:nvSpPr>
          <p:cNvPr id="14" name="Text 10"/>
          <p:cNvSpPr/>
          <p:nvPr/>
        </p:nvSpPr>
        <p:spPr>
          <a:xfrm>
            <a:off x="457200" y="1182960"/>
            <a:ext cx="4014788" cy="925830"/>
          </a:xfrm>
          <a:prstGeom prst="rect">
            <a:avLst/>
          </a:prstGeom>
          <a:noFill/>
          <a:ln/>
        </p:spPr>
        <p:txBody>
          <a:bodyPr wrap="square" lIns="0" tIns="0" rIns="0" bIns="0" rtlCol="0" anchor="t"/>
          <a:lstStyle/>
          <a:p>
            <a:pPr marL="0" indent="0" algn="l">
              <a:lnSpc>
                <a:spcPts val="1350"/>
              </a:lnSpc>
              <a:buNone/>
            </a:pPr>
            <a:r>
              <a:rPr lang="en-US" sz="844" dirty="0">
                <a:solidFill>
                  <a:srgbClr val="F3EAFE"/>
                </a:solidFill>
                <a:latin typeface="Carlito" pitchFamily="34" charset="0"/>
                <a:ea typeface="Carlito" pitchFamily="34" charset="-122"/>
                <a:cs typeface="Carlito" pitchFamily="34" charset="-120"/>
              </a:rPr>
              <a:t>The proposed Music Playlist and Listening Stats Manager is a console-based Java application that rethinks personal music management. It stores songs and playlists as in-memory objects using clean OOP principles, tracks every play, and computes statistics on demand. There is no internet dependency, no third-party login, and no setup beyond a Java 11+ runtime — it just runs.</a:t>
            </a:r>
            <a:endParaRPr lang="en-US" sz="844" dirty="0"/>
          </a:p>
        </p:txBody>
      </p:sp>
      <p:sp>
        <p:nvSpPr>
          <p:cNvPr id="15" name="Text 11"/>
          <p:cNvSpPr/>
          <p:nvPr/>
        </p:nvSpPr>
        <p:spPr>
          <a:xfrm>
            <a:off x="460772" y="2172370"/>
            <a:ext cx="4007644" cy="707231"/>
          </a:xfrm>
          <a:prstGeom prst="roundRect">
            <a:avLst>
              <a:gd name="adj" fmla="val 18855"/>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16" name="Image 2" descr="preencoded.png"/>
          <p:cNvPicPr>
            <a:picLocks noChangeAspect="1"/>
          </p:cNvPicPr>
          <p:nvPr/>
        </p:nvPicPr>
        <p:blipFill>
          <a:blip r:embed="rId4"/>
          <a:stretch>
            <a:fillRect/>
          </a:stretch>
        </p:blipFill>
        <p:spPr>
          <a:xfrm>
            <a:off x="578644" y="2275954"/>
            <a:ext cx="314325" cy="314325"/>
          </a:xfrm>
          <a:prstGeom prst="rect">
            <a:avLst/>
          </a:prstGeom>
        </p:spPr>
      </p:pic>
      <p:sp>
        <p:nvSpPr>
          <p:cNvPr id="17" name="Text 12"/>
          <p:cNvSpPr/>
          <p:nvPr/>
        </p:nvSpPr>
        <p:spPr>
          <a:xfrm>
            <a:off x="621863" y="2319174"/>
            <a:ext cx="227886" cy="227886"/>
          </a:xfrm>
          <a:prstGeom prst="rect">
            <a:avLst/>
          </a:prstGeom>
          <a:noFill/>
          <a:ln/>
        </p:spPr>
        <p:txBody>
          <a:bodyPr wrap="none" lIns="0" tIns="0" rIns="0" bIns="0" rtlCol="0" anchor="ctr"/>
          <a:lstStyle/>
          <a:p>
            <a:pPr marL="0" indent="0" algn="ctr">
              <a:buNone/>
            </a:pPr>
            <a:r>
              <a:rPr lang="en-US" sz="1547" dirty="0">
                <a:solidFill>
                  <a:srgbClr val="1A0E2E"/>
                </a:solidFill>
                <a:latin typeface="Segoe UI Symbol" pitchFamily="34" charset="0"/>
                <a:ea typeface="Segoe UI Symbol" pitchFamily="34" charset="-122"/>
                <a:cs typeface="Segoe UI Symbol" pitchFamily="34" charset="-120"/>
              </a:rPr>
              <a:t>♪</a:t>
            </a:r>
            <a:endParaRPr lang="en-US" sz="1547" dirty="0"/>
          </a:p>
        </p:txBody>
      </p:sp>
      <p:sp>
        <p:nvSpPr>
          <p:cNvPr id="18" name="Text 13"/>
          <p:cNvSpPr/>
          <p:nvPr/>
        </p:nvSpPr>
        <p:spPr>
          <a:xfrm>
            <a:off x="992981" y="2275954"/>
            <a:ext cx="3357563" cy="183309"/>
          </a:xfrm>
          <a:prstGeom prst="rect">
            <a:avLst/>
          </a:prstGeom>
          <a:noFill/>
          <a:ln/>
        </p:spPr>
        <p:txBody>
          <a:bodyPr wrap="none" lIns="0" tIns="0" rIns="0" bIns="0" rtlCol="0" anchor="t">
            <a:normAutofit/>
          </a:bodyPr>
          <a:lstStyle/>
          <a:p>
            <a:pPr marL="0" indent="0" algn="l">
              <a:lnSpc>
                <a:spcPts val="1434"/>
              </a:lnSpc>
              <a:buNone/>
            </a:pPr>
            <a:r>
              <a:rPr lang="en-US" sz="956" kern="0" spc="10" dirty="0">
                <a:solidFill>
                  <a:srgbClr val="F3EAFE"/>
                </a:solidFill>
                <a:latin typeface="Carlito" pitchFamily="34" charset="0"/>
                <a:ea typeface="Carlito" pitchFamily="34" charset="-122"/>
                <a:cs typeface="Carlito" pitchFamily="34" charset="-120"/>
              </a:rPr>
              <a:t>Unified Playlist Engine</a:t>
            </a:r>
            <a:endParaRPr lang="en-US" sz="956" dirty="0"/>
          </a:p>
        </p:txBody>
      </p:sp>
      <p:sp>
        <p:nvSpPr>
          <p:cNvPr id="19" name="Text 14"/>
          <p:cNvSpPr/>
          <p:nvPr/>
        </p:nvSpPr>
        <p:spPr>
          <a:xfrm>
            <a:off x="992981" y="2486695"/>
            <a:ext cx="3357563" cy="289322"/>
          </a:xfrm>
          <a:prstGeom prst="rect">
            <a:avLst/>
          </a:prstGeom>
          <a:noFill/>
          <a:ln/>
        </p:spPr>
        <p:txBody>
          <a:bodyPr wrap="square" lIns="0" tIns="0" rIns="0" bIns="0" rtlCol="0" anchor="t"/>
          <a:lstStyle/>
          <a:p>
            <a:pPr marL="0" indent="0" algn="l">
              <a:lnSpc>
                <a:spcPts val="1139"/>
              </a:lnSpc>
              <a:buNone/>
            </a:pPr>
            <a:r>
              <a:rPr lang="en-US" sz="800" dirty="0">
                <a:solidFill>
                  <a:srgbClr val="B8A9D9"/>
                </a:solidFill>
                <a:latin typeface="Carlito" pitchFamily="34" charset="0"/>
                <a:ea typeface="Carlito" pitchFamily="34" charset="-122"/>
                <a:cs typeface="Carlito" pitchFamily="34" charset="-120"/>
              </a:rPr>
              <a:t>Multiple named playlists, each holding any number of songs with title, artist, duration, and play count.</a:t>
            </a:r>
            <a:endParaRPr lang="en-US" sz="800" dirty="0"/>
          </a:p>
        </p:txBody>
      </p:sp>
      <p:sp>
        <p:nvSpPr>
          <p:cNvPr id="20" name="Text 15"/>
          <p:cNvSpPr/>
          <p:nvPr/>
        </p:nvSpPr>
        <p:spPr>
          <a:xfrm>
            <a:off x="460772" y="2972470"/>
            <a:ext cx="4007644" cy="707231"/>
          </a:xfrm>
          <a:prstGeom prst="roundRect">
            <a:avLst>
              <a:gd name="adj" fmla="val 18855"/>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21" name="Image 3" descr="preencoded.png"/>
          <p:cNvPicPr>
            <a:picLocks noChangeAspect="1"/>
          </p:cNvPicPr>
          <p:nvPr/>
        </p:nvPicPr>
        <p:blipFill>
          <a:blip r:embed="rId4"/>
          <a:stretch>
            <a:fillRect/>
          </a:stretch>
        </p:blipFill>
        <p:spPr>
          <a:xfrm>
            <a:off x="578644" y="3076054"/>
            <a:ext cx="314325" cy="314325"/>
          </a:xfrm>
          <a:prstGeom prst="rect">
            <a:avLst/>
          </a:prstGeom>
        </p:spPr>
      </p:pic>
      <p:sp>
        <p:nvSpPr>
          <p:cNvPr id="22" name="Text 16"/>
          <p:cNvSpPr/>
          <p:nvPr/>
        </p:nvSpPr>
        <p:spPr>
          <a:xfrm>
            <a:off x="621863" y="3119274"/>
            <a:ext cx="227886" cy="227886"/>
          </a:xfrm>
          <a:prstGeom prst="rect">
            <a:avLst/>
          </a:prstGeom>
          <a:noFill/>
          <a:ln/>
        </p:spPr>
        <p:txBody>
          <a:bodyPr wrap="none" lIns="0" tIns="0" rIns="0" bIns="0" rtlCol="0" anchor="ctr"/>
          <a:lstStyle/>
          <a:p>
            <a:pPr marL="0" indent="0" algn="ctr">
              <a:buNone/>
            </a:pPr>
            <a:r>
              <a:rPr lang="en-US" sz="1547" dirty="0">
                <a:solidFill>
                  <a:srgbClr val="1A0E2E"/>
                </a:solidFill>
                <a:latin typeface="Segoe UI Symbol" pitchFamily="34" charset="0"/>
                <a:ea typeface="Segoe UI Symbol" pitchFamily="34" charset="-122"/>
                <a:cs typeface="Segoe UI Symbol" pitchFamily="34" charset="-120"/>
              </a:rPr>
              <a:t>▦</a:t>
            </a:r>
            <a:endParaRPr lang="en-US" sz="1547" dirty="0"/>
          </a:p>
        </p:txBody>
      </p:sp>
      <p:sp>
        <p:nvSpPr>
          <p:cNvPr id="23" name="Text 17"/>
          <p:cNvSpPr/>
          <p:nvPr/>
        </p:nvSpPr>
        <p:spPr>
          <a:xfrm>
            <a:off x="992981" y="3076054"/>
            <a:ext cx="3357563" cy="183309"/>
          </a:xfrm>
          <a:prstGeom prst="rect">
            <a:avLst/>
          </a:prstGeom>
          <a:noFill/>
          <a:ln/>
        </p:spPr>
        <p:txBody>
          <a:bodyPr wrap="none" lIns="0" tIns="0" rIns="0" bIns="0" rtlCol="0" anchor="t">
            <a:normAutofit/>
          </a:bodyPr>
          <a:lstStyle/>
          <a:p>
            <a:pPr marL="0" indent="0" algn="l">
              <a:lnSpc>
                <a:spcPts val="1434"/>
              </a:lnSpc>
              <a:buNone/>
            </a:pPr>
            <a:r>
              <a:rPr lang="en-US" sz="956" kern="0" spc="10" dirty="0">
                <a:solidFill>
                  <a:srgbClr val="F3EAFE"/>
                </a:solidFill>
                <a:latin typeface="Carlito" pitchFamily="34" charset="0"/>
                <a:ea typeface="Carlito" pitchFamily="34" charset="-122"/>
                <a:cs typeface="Carlito" pitchFamily="34" charset="-120"/>
              </a:rPr>
              <a:t>Live Listening Analytics</a:t>
            </a:r>
            <a:endParaRPr lang="en-US" sz="956" dirty="0"/>
          </a:p>
        </p:txBody>
      </p:sp>
      <p:sp>
        <p:nvSpPr>
          <p:cNvPr id="24" name="Text 18"/>
          <p:cNvSpPr/>
          <p:nvPr/>
        </p:nvSpPr>
        <p:spPr>
          <a:xfrm>
            <a:off x="992981" y="3286795"/>
            <a:ext cx="3357563" cy="289322"/>
          </a:xfrm>
          <a:prstGeom prst="rect">
            <a:avLst/>
          </a:prstGeom>
          <a:noFill/>
          <a:ln/>
        </p:spPr>
        <p:txBody>
          <a:bodyPr wrap="square" lIns="0" tIns="0" rIns="0" bIns="0" rtlCol="0" anchor="t"/>
          <a:lstStyle/>
          <a:p>
            <a:pPr marL="0" indent="0" algn="l">
              <a:lnSpc>
                <a:spcPts val="1139"/>
              </a:lnSpc>
              <a:buNone/>
            </a:pPr>
            <a:r>
              <a:rPr lang="en-US" sz="800" dirty="0">
                <a:solidFill>
                  <a:srgbClr val="B8A9D9"/>
                </a:solidFill>
                <a:latin typeface="Carlito" pitchFamily="34" charset="0"/>
                <a:ea typeface="Carlito" pitchFamily="34" charset="-122"/>
                <a:cs typeface="Carlito" pitchFamily="34" charset="-120"/>
              </a:rPr>
              <a:t>Per-playlist and global stats computed on demand — total plays, total listening time, most-played song, top artists.</a:t>
            </a:r>
            <a:endParaRPr lang="en-US" sz="800" dirty="0"/>
          </a:p>
        </p:txBody>
      </p:sp>
      <p:sp>
        <p:nvSpPr>
          <p:cNvPr id="25" name="Text 19"/>
          <p:cNvSpPr/>
          <p:nvPr/>
        </p:nvSpPr>
        <p:spPr>
          <a:xfrm>
            <a:off x="460772" y="3772570"/>
            <a:ext cx="4007644" cy="707231"/>
          </a:xfrm>
          <a:prstGeom prst="roundRect">
            <a:avLst>
              <a:gd name="adj" fmla="val 18855"/>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26" name="Image 4" descr="preencoded.png"/>
          <p:cNvPicPr>
            <a:picLocks noChangeAspect="1"/>
          </p:cNvPicPr>
          <p:nvPr/>
        </p:nvPicPr>
        <p:blipFill>
          <a:blip r:embed="rId4"/>
          <a:stretch>
            <a:fillRect/>
          </a:stretch>
        </p:blipFill>
        <p:spPr>
          <a:xfrm>
            <a:off x="578644" y="3876154"/>
            <a:ext cx="314325" cy="314325"/>
          </a:xfrm>
          <a:prstGeom prst="rect">
            <a:avLst/>
          </a:prstGeom>
        </p:spPr>
      </p:pic>
      <p:sp>
        <p:nvSpPr>
          <p:cNvPr id="27" name="Text 20"/>
          <p:cNvSpPr/>
          <p:nvPr/>
        </p:nvSpPr>
        <p:spPr>
          <a:xfrm>
            <a:off x="621863" y="3919374"/>
            <a:ext cx="227886" cy="227886"/>
          </a:xfrm>
          <a:prstGeom prst="rect">
            <a:avLst/>
          </a:prstGeom>
          <a:noFill/>
          <a:ln/>
        </p:spPr>
        <p:txBody>
          <a:bodyPr wrap="none" lIns="0" tIns="0" rIns="0" bIns="0" rtlCol="0" anchor="ctr"/>
          <a:lstStyle/>
          <a:p>
            <a:pPr marL="0" indent="0" algn="ctr">
              <a:buNone/>
            </a:pPr>
            <a:r>
              <a:rPr lang="en-US" sz="1547" dirty="0">
                <a:solidFill>
                  <a:srgbClr val="1A0E2E"/>
                </a:solidFill>
                <a:latin typeface="Segoe UI Symbol" pitchFamily="34" charset="0"/>
                <a:ea typeface="Segoe UI Symbol" pitchFamily="34" charset="-122"/>
                <a:cs typeface="Segoe UI Symbol" pitchFamily="34" charset="-120"/>
              </a:rPr>
              <a:t>♥</a:t>
            </a:r>
            <a:endParaRPr lang="en-US" sz="1547" dirty="0"/>
          </a:p>
        </p:txBody>
      </p:sp>
      <p:sp>
        <p:nvSpPr>
          <p:cNvPr id="28" name="Text 21"/>
          <p:cNvSpPr/>
          <p:nvPr/>
        </p:nvSpPr>
        <p:spPr>
          <a:xfrm>
            <a:off x="992981" y="3876154"/>
            <a:ext cx="3357563" cy="183309"/>
          </a:xfrm>
          <a:prstGeom prst="rect">
            <a:avLst/>
          </a:prstGeom>
          <a:noFill/>
          <a:ln/>
        </p:spPr>
        <p:txBody>
          <a:bodyPr wrap="none" lIns="0" tIns="0" rIns="0" bIns="0" rtlCol="0" anchor="t">
            <a:normAutofit/>
          </a:bodyPr>
          <a:lstStyle/>
          <a:p>
            <a:pPr marL="0" indent="0" algn="l">
              <a:lnSpc>
                <a:spcPts val="1434"/>
              </a:lnSpc>
              <a:buNone/>
            </a:pPr>
            <a:r>
              <a:rPr lang="en-US" sz="956" kern="0" spc="10" dirty="0">
                <a:solidFill>
                  <a:srgbClr val="F3EAFE"/>
                </a:solidFill>
                <a:latin typeface="Carlito" pitchFamily="34" charset="0"/>
                <a:ea typeface="Carlito" pitchFamily="34" charset="-122"/>
                <a:cs typeface="Carlito" pitchFamily="34" charset="-120"/>
              </a:rPr>
              <a:t>Personalisation Layer</a:t>
            </a:r>
            <a:endParaRPr lang="en-US" sz="956" dirty="0"/>
          </a:p>
        </p:txBody>
      </p:sp>
      <p:sp>
        <p:nvSpPr>
          <p:cNvPr id="29" name="Text 22"/>
          <p:cNvSpPr/>
          <p:nvPr/>
        </p:nvSpPr>
        <p:spPr>
          <a:xfrm>
            <a:off x="992981" y="4086895"/>
            <a:ext cx="3357563" cy="289322"/>
          </a:xfrm>
          <a:prstGeom prst="rect">
            <a:avLst/>
          </a:prstGeom>
          <a:noFill/>
          <a:ln/>
        </p:spPr>
        <p:txBody>
          <a:bodyPr wrap="square" lIns="0" tIns="0" rIns="0" bIns="0" rtlCol="0" anchor="t"/>
          <a:lstStyle/>
          <a:p>
            <a:pPr marL="0" indent="0" algn="l">
              <a:lnSpc>
                <a:spcPts val="1139"/>
              </a:lnSpc>
              <a:buNone/>
            </a:pPr>
            <a:r>
              <a:rPr lang="en-US" sz="800" dirty="0">
                <a:solidFill>
                  <a:srgbClr val="B8A9D9"/>
                </a:solidFill>
                <a:latin typeface="Carlito" pitchFamily="34" charset="0"/>
                <a:ea typeface="Carlito" pitchFamily="34" charset="-122"/>
                <a:cs typeface="Carlito" pitchFamily="34" charset="-120"/>
              </a:rPr>
              <a:t>Mark favorites, search the entire library, and sort playlists by play count to surface what you actually listen to.</a:t>
            </a:r>
            <a:endParaRPr lang="en-US" sz="800" dirty="0"/>
          </a:p>
        </p:txBody>
      </p:sp>
      <p:pic>
        <p:nvPicPr>
          <p:cNvPr id="30" name="Image 5" descr="preencoded.png"/>
          <p:cNvPicPr>
            <a:picLocks noChangeAspect="1"/>
          </p:cNvPicPr>
          <p:nvPr/>
        </p:nvPicPr>
        <p:blipFill>
          <a:blip r:embed="rId5"/>
          <a:stretch>
            <a:fillRect/>
          </a:stretch>
        </p:blipFill>
        <p:spPr>
          <a:xfrm>
            <a:off x="4672013" y="1182960"/>
            <a:ext cx="4014788" cy="3300413"/>
          </a:xfrm>
          <a:prstGeom prst="rect">
            <a:avLst/>
          </a:prstGeom>
        </p:spPr>
      </p:pic>
      <p:sp>
        <p:nvSpPr>
          <p:cNvPr id="31" name="Text 23"/>
          <p:cNvSpPr/>
          <p:nvPr/>
        </p:nvSpPr>
        <p:spPr>
          <a:xfrm>
            <a:off x="4675584" y="1186532"/>
            <a:ext cx="4007644" cy="3293269"/>
          </a:xfrm>
          <a:prstGeom prst="roundRect">
            <a:avLst>
              <a:gd name="adj" fmla="val 5206"/>
            </a:avLst>
          </a:prstGeom>
          <a:solidFill>
            <a:srgbClr val="9B51E0">
              <a:alpha val="10000"/>
            </a:srgbClr>
          </a:solidFill>
          <a:ln w="7144">
            <a:solidFill>
              <a:srgbClr val="C77DFF"/>
            </a:solidFill>
            <a:prstDash val="solid"/>
          </a:ln>
        </p:spPr>
        <p:txBody>
          <a:bodyPr wrap="square" rtlCol="0" anchor="ctr"/>
          <a:lstStyle/>
          <a:p>
            <a:pPr marL="0" indent="0">
              <a:buNone/>
            </a:pPr>
            <a:endParaRPr lang="en-US" dirty="0"/>
          </a:p>
        </p:txBody>
      </p:sp>
      <p:sp>
        <p:nvSpPr>
          <p:cNvPr id="32" name="Text 24"/>
          <p:cNvSpPr/>
          <p:nvPr/>
        </p:nvSpPr>
        <p:spPr>
          <a:xfrm>
            <a:off x="4813459" y="1335265"/>
            <a:ext cx="1065379"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33" name="Text 25"/>
          <p:cNvSpPr/>
          <p:nvPr/>
        </p:nvSpPr>
        <p:spPr>
          <a:xfrm>
            <a:off x="5012123" y="1390129"/>
            <a:ext cx="810924" cy="146304"/>
          </a:xfrm>
          <a:prstGeom prst="rect">
            <a:avLst/>
          </a:prstGeom>
          <a:noFill/>
          <a:ln/>
        </p:spPr>
        <p:txBody>
          <a:bodyPr wrap="none" lIns="0" tIns="0" rIns="0" bIns="0" rtlCol="0" anchor="t"/>
          <a:lstStyle/>
          <a:p>
            <a:pPr marL="0" indent="0" algn="l">
              <a:lnSpc>
                <a:spcPts val="1013"/>
              </a:lnSpc>
              <a:buNone/>
            </a:pPr>
            <a:r>
              <a:rPr lang="en-US" sz="675" kern="0" spc="81" dirty="0">
                <a:solidFill>
                  <a:srgbClr val="C77DFF"/>
                </a:solidFill>
                <a:latin typeface="Courier New" pitchFamily="34" charset="0"/>
                <a:ea typeface="Courier New" pitchFamily="34" charset="-122"/>
                <a:cs typeface="Courier New" pitchFamily="34" charset="-120"/>
              </a:rPr>
              <a:t>CORE FEATURES</a:t>
            </a:r>
            <a:endParaRPr lang="en-US" sz="675" dirty="0"/>
          </a:p>
        </p:txBody>
      </p:sp>
      <p:sp>
        <p:nvSpPr>
          <p:cNvPr id="34" name="Text 26"/>
          <p:cNvSpPr/>
          <p:nvPr/>
        </p:nvSpPr>
        <p:spPr>
          <a:xfrm>
            <a:off x="4929188" y="1397273"/>
            <a:ext cx="100013" cy="100013"/>
          </a:xfrm>
          <a:prstGeom prst="rect">
            <a:avLst/>
          </a:prstGeom>
          <a:noFill/>
          <a:ln/>
        </p:spPr>
        <p:txBody>
          <a:bodyPr wrap="none" lIns="0" tIns="0" rIns="0" bIns="0" rtlCol="0" anchor="ctr"/>
          <a:lstStyle/>
          <a:p>
            <a:pPr marL="0" indent="0" algn="ctr">
              <a:buNone/>
            </a:pPr>
            <a:r>
              <a:rPr lang="en-US" sz="984" dirty="0">
                <a:solidFill>
                  <a:srgbClr val="C77DFF"/>
                </a:solidFill>
                <a:latin typeface="Segoe UI Symbol" pitchFamily="34" charset="0"/>
                <a:ea typeface="Segoe UI Symbol" pitchFamily="34" charset="-122"/>
                <a:cs typeface="Segoe UI Symbol" pitchFamily="34" charset="-120"/>
              </a:rPr>
              <a:t>⚡</a:t>
            </a:r>
            <a:endParaRPr lang="en-US" sz="984" dirty="0"/>
          </a:p>
        </p:txBody>
      </p:sp>
      <p:pic>
        <p:nvPicPr>
          <p:cNvPr id="35" name="Image 6" descr="preencoded.png"/>
          <p:cNvPicPr>
            <a:picLocks noChangeAspect="1"/>
          </p:cNvPicPr>
          <p:nvPr/>
        </p:nvPicPr>
        <p:blipFill>
          <a:blip r:embed="rId6"/>
          <a:stretch>
            <a:fillRect/>
          </a:stretch>
        </p:blipFill>
        <p:spPr>
          <a:xfrm>
            <a:off x="4836319" y="1747317"/>
            <a:ext cx="228600" cy="228600"/>
          </a:xfrm>
          <a:prstGeom prst="rect">
            <a:avLst/>
          </a:prstGeom>
        </p:spPr>
      </p:pic>
      <p:sp>
        <p:nvSpPr>
          <p:cNvPr id="36" name="Text 27"/>
          <p:cNvSpPr/>
          <p:nvPr/>
        </p:nvSpPr>
        <p:spPr>
          <a:xfrm>
            <a:off x="4836319" y="1747317"/>
            <a:ext cx="278606" cy="228600"/>
          </a:xfrm>
          <a:prstGeom prst="rect">
            <a:avLst/>
          </a:prstGeom>
          <a:noFill/>
          <a:ln/>
        </p:spPr>
        <p:txBody>
          <a:bodyPr wrap="none" lIns="0" tIns="0" rIns="0" bIns="0" rtlCol="0" anchor="ctr"/>
          <a:lstStyle/>
          <a:p>
            <a:pPr marL="0" indent="0" algn="ctr">
              <a:lnSpc>
                <a:spcPts val="1097"/>
              </a:lnSpc>
              <a:buNone/>
            </a:pPr>
            <a:r>
              <a:rPr lang="en-US" sz="800" b="1" dirty="0">
                <a:solidFill>
                  <a:srgbClr val="1A0E2E"/>
                </a:solidFill>
                <a:latin typeface="Liberation Sans Narrow" pitchFamily="34" charset="0"/>
                <a:ea typeface="Liberation Sans Narrow" pitchFamily="34" charset="-122"/>
                <a:cs typeface="Liberation Sans Narrow" pitchFamily="34" charset="-120"/>
              </a:rPr>
              <a:t>01</a:t>
            </a:r>
            <a:endParaRPr lang="en-US" sz="800" dirty="0"/>
          </a:p>
        </p:txBody>
      </p:sp>
      <p:sp>
        <p:nvSpPr>
          <p:cNvPr id="37" name="Text 28"/>
          <p:cNvSpPr/>
          <p:nvPr/>
        </p:nvSpPr>
        <p:spPr>
          <a:xfrm>
            <a:off x="5164931" y="1718742"/>
            <a:ext cx="1972693" cy="133302"/>
          </a:xfrm>
          <a:prstGeom prst="rect">
            <a:avLst/>
          </a:prstGeom>
          <a:noFill/>
          <a:ln/>
        </p:spPr>
        <p:txBody>
          <a:bodyPr wrap="square" lIns="0" tIns="0" rIns="0" bIns="0" rtlCol="0" anchor="t">
            <a:normAutofit/>
          </a:bodyPr>
          <a:lstStyle/>
          <a:p>
            <a:pPr marL="0" indent="0" algn="l">
              <a:lnSpc>
                <a:spcPts val="1266"/>
              </a:lnSpc>
              <a:buNone/>
            </a:pPr>
            <a:r>
              <a:rPr lang="en-US" sz="844" dirty="0">
                <a:solidFill>
                  <a:srgbClr val="F3EAFE"/>
                </a:solidFill>
                <a:latin typeface="Carlito" pitchFamily="34" charset="0"/>
                <a:ea typeface="Carlito" pitchFamily="34" charset="-122"/>
                <a:cs typeface="Carlito" pitchFamily="34" charset="-120"/>
              </a:rPr>
              <a:t>Multi-Playlist Management</a:t>
            </a:r>
            <a:endParaRPr lang="en-US" sz="844" dirty="0"/>
          </a:p>
        </p:txBody>
      </p:sp>
      <p:sp>
        <p:nvSpPr>
          <p:cNvPr id="38" name="Text 29"/>
          <p:cNvSpPr/>
          <p:nvPr/>
        </p:nvSpPr>
        <p:spPr>
          <a:xfrm>
            <a:off x="5164931" y="1879476"/>
            <a:ext cx="1972693" cy="125016"/>
          </a:xfrm>
          <a:prstGeom prst="rect">
            <a:avLst/>
          </a:prstGeom>
          <a:noFill/>
          <a:ln/>
        </p:spPr>
        <p:txBody>
          <a:bodyPr wrap="square" lIns="0" tIns="0" rIns="0" bIns="0" rtlCol="0" anchor="t"/>
          <a:lstStyle/>
          <a:p>
            <a:pPr marL="0" indent="0" algn="l">
              <a:lnSpc>
                <a:spcPts val="984"/>
              </a:lnSpc>
              <a:buNone/>
            </a:pPr>
            <a:r>
              <a:rPr lang="en-US" sz="703" dirty="0">
                <a:solidFill>
                  <a:srgbClr val="B8A9D9"/>
                </a:solidFill>
                <a:latin typeface="Carlito" pitchFamily="34" charset="0"/>
                <a:ea typeface="Carlito" pitchFamily="34" charset="-122"/>
                <a:cs typeface="Carlito" pitchFamily="34" charset="-120"/>
              </a:rPr>
              <a:t>Create and switch between unlimited playlists.</a:t>
            </a:r>
            <a:endParaRPr lang="en-US" sz="703" dirty="0"/>
          </a:p>
        </p:txBody>
      </p:sp>
      <p:pic>
        <p:nvPicPr>
          <p:cNvPr id="39" name="Image 7" descr="preencoded.png"/>
          <p:cNvPicPr>
            <a:picLocks noChangeAspect="1"/>
          </p:cNvPicPr>
          <p:nvPr/>
        </p:nvPicPr>
        <p:blipFill>
          <a:blip r:embed="rId6"/>
          <a:stretch>
            <a:fillRect/>
          </a:stretch>
        </p:blipFill>
        <p:spPr>
          <a:xfrm>
            <a:off x="4836319" y="2183085"/>
            <a:ext cx="228600" cy="228600"/>
          </a:xfrm>
          <a:prstGeom prst="rect">
            <a:avLst/>
          </a:prstGeom>
        </p:spPr>
      </p:pic>
      <p:sp>
        <p:nvSpPr>
          <p:cNvPr id="40" name="Text 30"/>
          <p:cNvSpPr/>
          <p:nvPr/>
        </p:nvSpPr>
        <p:spPr>
          <a:xfrm>
            <a:off x="4836319" y="2183085"/>
            <a:ext cx="278606" cy="228600"/>
          </a:xfrm>
          <a:prstGeom prst="rect">
            <a:avLst/>
          </a:prstGeom>
          <a:noFill/>
          <a:ln/>
        </p:spPr>
        <p:txBody>
          <a:bodyPr wrap="none" lIns="0" tIns="0" rIns="0" bIns="0" rtlCol="0" anchor="ctr"/>
          <a:lstStyle/>
          <a:p>
            <a:pPr marL="0" indent="0" algn="ctr">
              <a:lnSpc>
                <a:spcPts val="1097"/>
              </a:lnSpc>
              <a:buNone/>
            </a:pPr>
            <a:r>
              <a:rPr lang="en-US" sz="800" b="1" dirty="0">
                <a:solidFill>
                  <a:srgbClr val="1A0E2E"/>
                </a:solidFill>
                <a:latin typeface="Liberation Sans Narrow" pitchFamily="34" charset="0"/>
                <a:ea typeface="Liberation Sans Narrow" pitchFamily="34" charset="-122"/>
                <a:cs typeface="Liberation Sans Narrow" pitchFamily="34" charset="-120"/>
              </a:rPr>
              <a:t>02</a:t>
            </a:r>
            <a:endParaRPr lang="en-US" sz="800" dirty="0"/>
          </a:p>
        </p:txBody>
      </p:sp>
      <p:sp>
        <p:nvSpPr>
          <p:cNvPr id="41" name="Text 31"/>
          <p:cNvSpPr/>
          <p:nvPr/>
        </p:nvSpPr>
        <p:spPr>
          <a:xfrm>
            <a:off x="5164931" y="2154510"/>
            <a:ext cx="1907348" cy="133302"/>
          </a:xfrm>
          <a:prstGeom prst="rect">
            <a:avLst/>
          </a:prstGeom>
          <a:noFill/>
          <a:ln/>
        </p:spPr>
        <p:txBody>
          <a:bodyPr wrap="none" lIns="0" tIns="0" rIns="0" bIns="0" rtlCol="0" anchor="t">
            <a:normAutofit/>
          </a:bodyPr>
          <a:lstStyle/>
          <a:p>
            <a:pPr marL="0" indent="0" algn="l">
              <a:lnSpc>
                <a:spcPts val="1266"/>
              </a:lnSpc>
              <a:buNone/>
            </a:pPr>
            <a:r>
              <a:rPr lang="en-US" sz="844" dirty="0">
                <a:solidFill>
                  <a:srgbClr val="F3EAFE"/>
                </a:solidFill>
                <a:latin typeface="Carlito" pitchFamily="34" charset="0"/>
                <a:ea typeface="Carlito" pitchFamily="34" charset="-122"/>
                <a:cs typeface="Carlito" pitchFamily="34" charset="-120"/>
              </a:rPr>
              <a:t>Add / Remove Songs</a:t>
            </a:r>
            <a:endParaRPr lang="en-US" sz="844" dirty="0"/>
          </a:p>
        </p:txBody>
      </p:sp>
      <p:sp>
        <p:nvSpPr>
          <p:cNvPr id="42" name="Text 32"/>
          <p:cNvSpPr/>
          <p:nvPr/>
        </p:nvSpPr>
        <p:spPr>
          <a:xfrm>
            <a:off x="5164931" y="2315245"/>
            <a:ext cx="1816522" cy="125016"/>
          </a:xfrm>
          <a:prstGeom prst="rect">
            <a:avLst/>
          </a:prstGeom>
          <a:noFill/>
          <a:ln/>
        </p:spPr>
        <p:txBody>
          <a:bodyPr wrap="square" lIns="0" tIns="0" rIns="0" bIns="0" rtlCol="0" anchor="t"/>
          <a:lstStyle/>
          <a:p>
            <a:pPr marL="0" indent="0" algn="l">
              <a:lnSpc>
                <a:spcPts val="984"/>
              </a:lnSpc>
              <a:buNone/>
            </a:pPr>
            <a:r>
              <a:rPr lang="en-US" sz="703" dirty="0">
                <a:solidFill>
                  <a:srgbClr val="B8A9D9"/>
                </a:solidFill>
                <a:latin typeface="Carlito" pitchFamily="34" charset="0"/>
                <a:ea typeface="Carlito" pitchFamily="34" charset="-122"/>
                <a:cs typeface="Carlito" pitchFamily="34" charset="-120"/>
              </a:rPr>
              <a:t>Songs carry ID, title, artist, duration metadata.</a:t>
            </a:r>
            <a:endParaRPr lang="en-US" sz="703" dirty="0"/>
          </a:p>
        </p:txBody>
      </p:sp>
      <p:pic>
        <p:nvPicPr>
          <p:cNvPr id="43" name="Image 8" descr="preencoded.png"/>
          <p:cNvPicPr>
            <a:picLocks noChangeAspect="1"/>
          </p:cNvPicPr>
          <p:nvPr/>
        </p:nvPicPr>
        <p:blipFill>
          <a:blip r:embed="rId6"/>
          <a:stretch>
            <a:fillRect/>
          </a:stretch>
        </p:blipFill>
        <p:spPr>
          <a:xfrm>
            <a:off x="4836319" y="2618854"/>
            <a:ext cx="228600" cy="228600"/>
          </a:xfrm>
          <a:prstGeom prst="rect">
            <a:avLst/>
          </a:prstGeom>
        </p:spPr>
      </p:pic>
      <p:sp>
        <p:nvSpPr>
          <p:cNvPr id="44" name="Text 33"/>
          <p:cNvSpPr/>
          <p:nvPr/>
        </p:nvSpPr>
        <p:spPr>
          <a:xfrm>
            <a:off x="4836319" y="2618854"/>
            <a:ext cx="278606" cy="228600"/>
          </a:xfrm>
          <a:prstGeom prst="rect">
            <a:avLst/>
          </a:prstGeom>
          <a:noFill/>
          <a:ln/>
        </p:spPr>
        <p:txBody>
          <a:bodyPr wrap="none" lIns="0" tIns="0" rIns="0" bIns="0" rtlCol="0" anchor="ctr"/>
          <a:lstStyle/>
          <a:p>
            <a:pPr marL="0" indent="0" algn="ctr">
              <a:lnSpc>
                <a:spcPts val="1097"/>
              </a:lnSpc>
              <a:buNone/>
            </a:pPr>
            <a:r>
              <a:rPr lang="en-US" sz="800" b="1" dirty="0">
                <a:solidFill>
                  <a:srgbClr val="1A0E2E"/>
                </a:solidFill>
                <a:latin typeface="Liberation Sans Narrow" pitchFamily="34" charset="0"/>
                <a:ea typeface="Liberation Sans Narrow" pitchFamily="34" charset="-122"/>
                <a:cs typeface="Liberation Sans Narrow" pitchFamily="34" charset="-120"/>
              </a:rPr>
              <a:t>03</a:t>
            </a:r>
            <a:endParaRPr lang="en-US" sz="800" dirty="0"/>
          </a:p>
        </p:txBody>
      </p:sp>
      <p:sp>
        <p:nvSpPr>
          <p:cNvPr id="45" name="Text 34"/>
          <p:cNvSpPr/>
          <p:nvPr/>
        </p:nvSpPr>
        <p:spPr>
          <a:xfrm>
            <a:off x="5164931" y="2590279"/>
            <a:ext cx="2525348" cy="133302"/>
          </a:xfrm>
          <a:prstGeom prst="rect">
            <a:avLst/>
          </a:prstGeom>
          <a:noFill/>
          <a:ln/>
        </p:spPr>
        <p:txBody>
          <a:bodyPr wrap="none" lIns="0" tIns="0" rIns="0" bIns="0" rtlCol="0" anchor="t">
            <a:normAutofit/>
          </a:bodyPr>
          <a:lstStyle/>
          <a:p>
            <a:pPr marL="0" indent="0" algn="l">
              <a:lnSpc>
                <a:spcPts val="1266"/>
              </a:lnSpc>
              <a:buNone/>
            </a:pPr>
            <a:r>
              <a:rPr lang="en-US" sz="844" dirty="0">
                <a:solidFill>
                  <a:srgbClr val="F3EAFE"/>
                </a:solidFill>
                <a:latin typeface="Carlito" pitchFamily="34" charset="0"/>
                <a:ea typeface="Carlito" pitchFamily="34" charset="-122"/>
                <a:cs typeface="Carlito" pitchFamily="34" charset="-120"/>
              </a:rPr>
              <a:t>Play Tracking</a:t>
            </a:r>
            <a:endParaRPr lang="en-US" sz="844" dirty="0"/>
          </a:p>
        </p:txBody>
      </p:sp>
      <p:sp>
        <p:nvSpPr>
          <p:cNvPr id="46" name="Text 35"/>
          <p:cNvSpPr/>
          <p:nvPr/>
        </p:nvSpPr>
        <p:spPr>
          <a:xfrm>
            <a:off x="5164931" y="2751013"/>
            <a:ext cx="2154734" cy="125016"/>
          </a:xfrm>
          <a:prstGeom prst="rect">
            <a:avLst/>
          </a:prstGeom>
          <a:noFill/>
          <a:ln/>
        </p:spPr>
        <p:txBody>
          <a:bodyPr wrap="square" lIns="0" tIns="0" rIns="0" bIns="0" rtlCol="0" anchor="t"/>
          <a:lstStyle/>
          <a:p>
            <a:pPr marL="0" indent="0" algn="l">
              <a:lnSpc>
                <a:spcPts val="984"/>
              </a:lnSpc>
              <a:buNone/>
            </a:pPr>
            <a:r>
              <a:rPr lang="en-US" sz="703" dirty="0">
                <a:solidFill>
                  <a:srgbClr val="B8A9D9"/>
                </a:solidFill>
                <a:latin typeface="Carlito" pitchFamily="34" charset="0"/>
                <a:ea typeface="Carlito" pitchFamily="34" charset="-122"/>
                <a:cs typeface="Carlito" pitchFamily="34" charset="-120"/>
              </a:rPr>
              <a:t>Each play increments the song's play count atomically.</a:t>
            </a:r>
            <a:endParaRPr lang="en-US" sz="703" dirty="0"/>
          </a:p>
        </p:txBody>
      </p:sp>
      <p:pic>
        <p:nvPicPr>
          <p:cNvPr id="47" name="Image 9" descr="preencoded.png"/>
          <p:cNvPicPr>
            <a:picLocks noChangeAspect="1"/>
          </p:cNvPicPr>
          <p:nvPr/>
        </p:nvPicPr>
        <p:blipFill>
          <a:blip r:embed="rId6"/>
          <a:stretch>
            <a:fillRect/>
          </a:stretch>
        </p:blipFill>
        <p:spPr>
          <a:xfrm>
            <a:off x="4836319" y="3054623"/>
            <a:ext cx="228600" cy="228600"/>
          </a:xfrm>
          <a:prstGeom prst="rect">
            <a:avLst/>
          </a:prstGeom>
        </p:spPr>
      </p:pic>
      <p:sp>
        <p:nvSpPr>
          <p:cNvPr id="48" name="Text 36"/>
          <p:cNvSpPr/>
          <p:nvPr/>
        </p:nvSpPr>
        <p:spPr>
          <a:xfrm>
            <a:off x="4836319" y="3054623"/>
            <a:ext cx="278606" cy="228600"/>
          </a:xfrm>
          <a:prstGeom prst="rect">
            <a:avLst/>
          </a:prstGeom>
          <a:noFill/>
          <a:ln/>
        </p:spPr>
        <p:txBody>
          <a:bodyPr wrap="none" lIns="0" tIns="0" rIns="0" bIns="0" rtlCol="0" anchor="ctr"/>
          <a:lstStyle/>
          <a:p>
            <a:pPr marL="0" indent="0" algn="ctr">
              <a:lnSpc>
                <a:spcPts val="1097"/>
              </a:lnSpc>
              <a:buNone/>
            </a:pPr>
            <a:r>
              <a:rPr lang="en-US" sz="800" b="1" dirty="0">
                <a:solidFill>
                  <a:srgbClr val="1A0E2E"/>
                </a:solidFill>
                <a:latin typeface="Liberation Sans Narrow" pitchFamily="34" charset="0"/>
                <a:ea typeface="Liberation Sans Narrow" pitchFamily="34" charset="-122"/>
                <a:cs typeface="Liberation Sans Narrow" pitchFamily="34" charset="-120"/>
              </a:rPr>
              <a:t>04</a:t>
            </a:r>
            <a:endParaRPr lang="en-US" sz="800" dirty="0"/>
          </a:p>
        </p:txBody>
      </p:sp>
      <p:sp>
        <p:nvSpPr>
          <p:cNvPr id="49" name="Text 37"/>
          <p:cNvSpPr/>
          <p:nvPr/>
        </p:nvSpPr>
        <p:spPr>
          <a:xfrm>
            <a:off x="5164931" y="3026048"/>
            <a:ext cx="1953994" cy="133302"/>
          </a:xfrm>
          <a:prstGeom prst="rect">
            <a:avLst/>
          </a:prstGeom>
          <a:noFill/>
          <a:ln/>
        </p:spPr>
        <p:txBody>
          <a:bodyPr wrap="none" lIns="0" tIns="0" rIns="0" bIns="0" rtlCol="0" anchor="t">
            <a:normAutofit/>
          </a:bodyPr>
          <a:lstStyle/>
          <a:p>
            <a:pPr marL="0" indent="0" algn="l">
              <a:lnSpc>
                <a:spcPts val="1266"/>
              </a:lnSpc>
              <a:buNone/>
            </a:pPr>
            <a:r>
              <a:rPr lang="en-US" sz="844" dirty="0">
                <a:solidFill>
                  <a:srgbClr val="F3EAFE"/>
                </a:solidFill>
                <a:latin typeface="Carlito" pitchFamily="34" charset="0"/>
                <a:ea typeface="Carlito" pitchFamily="34" charset="-122"/>
                <a:cs typeface="Carlito" pitchFamily="34" charset="-120"/>
              </a:rPr>
              <a:t>Search &amp; Favorites</a:t>
            </a:r>
            <a:endParaRPr lang="en-US" sz="844" dirty="0"/>
          </a:p>
        </p:txBody>
      </p:sp>
      <p:sp>
        <p:nvSpPr>
          <p:cNvPr id="50" name="Text 38"/>
          <p:cNvSpPr/>
          <p:nvPr/>
        </p:nvSpPr>
        <p:spPr>
          <a:xfrm>
            <a:off x="5164931" y="3186782"/>
            <a:ext cx="2009823" cy="153619"/>
          </a:xfrm>
          <a:prstGeom prst="rect">
            <a:avLst/>
          </a:prstGeom>
          <a:noFill/>
          <a:ln/>
        </p:spPr>
        <p:txBody>
          <a:bodyPr wrap="square" lIns="0" tIns="0" rIns="0" bIns="0" rtlCol="0" anchor="t"/>
          <a:lstStyle/>
          <a:p>
            <a:pPr marL="0" indent="0" algn="l">
              <a:lnSpc>
                <a:spcPts val="984"/>
              </a:lnSpc>
              <a:buNone/>
            </a:pPr>
            <a:r>
              <a:rPr lang="en-US" sz="703" dirty="0">
                <a:solidFill>
                  <a:srgbClr val="B8A9D9"/>
                </a:solidFill>
                <a:latin typeface="Carlito" pitchFamily="34" charset="0"/>
                <a:ea typeface="Carlito" pitchFamily="34" charset="-122"/>
                <a:cs typeface="Carlito" pitchFamily="34" charset="-120"/>
              </a:rPr>
              <a:t>Filter by keyword, mark favorites, sort by plays.</a:t>
            </a:r>
            <a:endParaRPr lang="en-US" sz="703" dirty="0"/>
          </a:p>
        </p:txBody>
      </p:sp>
      <p:sp>
        <p:nvSpPr>
          <p:cNvPr id="51" name="Text 39"/>
          <p:cNvSpPr/>
          <p:nvPr/>
        </p:nvSpPr>
        <p:spPr>
          <a:xfrm>
            <a:off x="4836319" y="3483248"/>
            <a:ext cx="3686175" cy="356616"/>
          </a:xfrm>
          <a:prstGeom prst="rect">
            <a:avLst/>
          </a:prstGeom>
          <a:noFill/>
          <a:ln/>
        </p:spPr>
        <p:txBody>
          <a:bodyPr wrap="square" lIns="100013" tIns="71438" rIns="100013" bIns="71438" rtlCol="0" anchor="t"/>
          <a:lstStyle/>
          <a:p>
            <a:pPr marL="0" indent="0" algn="ctr">
              <a:lnSpc>
                <a:spcPts val="1013"/>
              </a:lnSpc>
              <a:buNone/>
            </a:pPr>
            <a:r>
              <a:rPr lang="en-US" sz="800" kern="0" spc="34" dirty="0">
                <a:solidFill>
                  <a:srgbClr val="FF8EC7"/>
                </a:solidFill>
                <a:latin typeface="Liberation Sans Narrow" pitchFamily="34" charset="0"/>
                <a:ea typeface="Liberation Sans Narrow" pitchFamily="34" charset="-122"/>
                <a:cs typeface="Liberation Sans Narrow" pitchFamily="34" charset="-120"/>
              </a:rPr>
              <a:t>5</a:t>
            </a:r>
            <a:r>
              <a:rPr lang="en-US" sz="800" kern="0" spc="34" dirty="0">
                <a:solidFill>
                  <a:srgbClr val="B8A9D9"/>
                </a:solidFill>
                <a:latin typeface="Courier New" pitchFamily="34" charset="0"/>
                <a:ea typeface="Courier New" pitchFamily="34" charset="-122"/>
                <a:cs typeface="Courier New" pitchFamily="34" charset="-120"/>
              </a:rPr>
              <a:t> sample songs • </a:t>
            </a:r>
            <a:r>
              <a:rPr lang="en-US" sz="800" kern="0" spc="34" dirty="0">
                <a:solidFill>
                  <a:srgbClr val="FF8EC7"/>
                </a:solidFill>
                <a:latin typeface="Liberation Sans Narrow" pitchFamily="34" charset="0"/>
                <a:ea typeface="Liberation Sans Narrow" pitchFamily="34" charset="-122"/>
                <a:cs typeface="Liberation Sans Narrow" pitchFamily="34" charset="-120"/>
              </a:rPr>
              <a:t>2</a:t>
            </a:r>
            <a:r>
              <a:rPr lang="en-US" sz="800" kern="0" spc="34" dirty="0">
                <a:solidFill>
                  <a:srgbClr val="B8A9D9"/>
                </a:solidFill>
                <a:latin typeface="Courier New" pitchFamily="34" charset="0"/>
                <a:ea typeface="Courier New" pitchFamily="34" charset="-122"/>
                <a:cs typeface="Courier New" pitchFamily="34" charset="-120"/>
              </a:rPr>
              <a:t> demo playlists • </a:t>
            </a:r>
            <a:r>
              <a:rPr lang="en-US" sz="800" kern="0" spc="34" dirty="0">
                <a:solidFill>
                  <a:srgbClr val="FF8EC7"/>
                </a:solidFill>
                <a:latin typeface="Liberation Sans Narrow" pitchFamily="34" charset="0"/>
                <a:ea typeface="Liberation Sans Narrow" pitchFamily="34" charset="-122"/>
                <a:cs typeface="Liberation Sans Narrow" pitchFamily="34" charset="-120"/>
              </a:rPr>
              <a:t>21</a:t>
            </a:r>
            <a:r>
              <a:rPr lang="en-US" sz="800" kern="0" spc="34" dirty="0">
                <a:solidFill>
                  <a:srgbClr val="B8A9D9"/>
                </a:solidFill>
                <a:latin typeface="Courier New" pitchFamily="34" charset="0"/>
                <a:ea typeface="Courier New" pitchFamily="34" charset="-122"/>
                <a:cs typeface="Courier New" pitchFamily="34" charset="-120"/>
              </a:rPr>
              <a:t> simulated plays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25802" y="0"/>
            <a:ext cx="9169802" cy="5143500"/>
          </a:xfrm>
          <a:prstGeom prst="rect">
            <a:avLst/>
          </a:prstGeom>
        </p:spPr>
      </p:pic>
      <p:sp>
        <p:nvSpPr>
          <p:cNvPr id="4" name="Text 0"/>
          <p:cNvSpPr/>
          <p:nvPr/>
        </p:nvSpPr>
        <p:spPr>
          <a:xfrm rot="20880000">
            <a:off x="-214313" y="-357187"/>
            <a:ext cx="1071563" cy="2143125"/>
          </a:xfrm>
          <a:prstGeom prst="rect">
            <a:avLst/>
          </a:prstGeom>
          <a:noFill/>
          <a:ln/>
        </p:spPr>
        <p:txBody>
          <a:bodyPr wrap="none" lIns="0" tIns="0" rIns="0" bIns="0" rtlCol="0" anchor="ctr"/>
          <a:lstStyle/>
          <a:p>
            <a:pPr marL="0" indent="0" algn="ctr">
              <a:buNone/>
            </a:pPr>
            <a:r>
              <a:rPr lang="en-US" sz="11250" dirty="0">
                <a:solidFill>
                  <a:srgbClr val="C77DFF">
                    <a:alpha val="8000"/>
                  </a:srgbClr>
                </a:solidFill>
                <a:latin typeface="Segoe UI Symbol" pitchFamily="34" charset="0"/>
                <a:ea typeface="Segoe UI Symbol" pitchFamily="34" charset="-122"/>
                <a:cs typeface="Segoe UI Symbol" pitchFamily="34" charset="-120"/>
              </a:rPr>
              <a:t>♫</a:t>
            </a:r>
            <a:endParaRPr lang="en-US" sz="11250" dirty="0"/>
          </a:p>
        </p:txBody>
      </p:sp>
      <p:sp>
        <p:nvSpPr>
          <p:cNvPr id="5" name="Shape 1"/>
          <p:cNvSpPr/>
          <p:nvPr/>
        </p:nvSpPr>
        <p:spPr>
          <a:xfrm>
            <a:off x="457200" y="1331528"/>
            <a:ext cx="6215063" cy="0"/>
          </a:xfrm>
          <a:prstGeom prst="line">
            <a:avLst/>
          </a:prstGeom>
          <a:noFill/>
          <a:ln w="7144">
            <a:solidFill>
              <a:srgbClr val="C77DFF"/>
            </a:solidFill>
            <a:prstDash val="solid"/>
          </a:ln>
        </p:spPr>
        <p:txBody>
          <a:bodyPr/>
          <a:lstStyle/>
          <a:p>
            <a:endParaRPr lang="en-IN"/>
          </a:p>
        </p:txBody>
      </p:sp>
      <p:sp>
        <p:nvSpPr>
          <p:cNvPr id="6" name="Shape 2"/>
          <p:cNvSpPr/>
          <p:nvPr/>
        </p:nvSpPr>
        <p:spPr>
          <a:xfrm>
            <a:off x="6668691" y="1327956"/>
            <a:ext cx="0" cy="796528"/>
          </a:xfrm>
          <a:prstGeom prst="line">
            <a:avLst/>
          </a:prstGeom>
          <a:noFill/>
          <a:ln w="7144">
            <a:solidFill>
              <a:srgbClr val="C77DFF"/>
            </a:solidFill>
            <a:prstDash val="solid"/>
          </a:ln>
        </p:spPr>
        <p:txBody>
          <a:bodyPr/>
          <a:lstStyle/>
          <a:p>
            <a:endParaRPr lang="en-IN"/>
          </a:p>
        </p:txBody>
      </p:sp>
      <p:sp>
        <p:nvSpPr>
          <p:cNvPr id="7" name="Shape 3"/>
          <p:cNvSpPr/>
          <p:nvPr/>
        </p:nvSpPr>
        <p:spPr>
          <a:xfrm>
            <a:off x="457200" y="2120912"/>
            <a:ext cx="6215063" cy="0"/>
          </a:xfrm>
          <a:prstGeom prst="line">
            <a:avLst/>
          </a:prstGeom>
          <a:noFill/>
          <a:ln w="7144">
            <a:solidFill>
              <a:srgbClr val="C77DFF"/>
            </a:solidFill>
            <a:prstDash val="solid"/>
          </a:ln>
        </p:spPr>
        <p:txBody>
          <a:bodyPr/>
          <a:lstStyle/>
          <a:p>
            <a:endParaRPr lang="en-IN"/>
          </a:p>
        </p:txBody>
      </p:sp>
      <p:sp>
        <p:nvSpPr>
          <p:cNvPr id="8" name="Shape 4"/>
          <p:cNvSpPr/>
          <p:nvPr/>
        </p:nvSpPr>
        <p:spPr>
          <a:xfrm>
            <a:off x="471488" y="1327956"/>
            <a:ext cx="0" cy="796528"/>
          </a:xfrm>
          <a:prstGeom prst="line">
            <a:avLst/>
          </a:prstGeom>
          <a:noFill/>
          <a:ln w="28575">
            <a:solidFill>
              <a:srgbClr val="FF8EC7"/>
            </a:solidFill>
            <a:prstDash val="solid"/>
          </a:ln>
        </p:spPr>
        <p:txBody>
          <a:bodyPr/>
          <a:lstStyle/>
          <a:p>
            <a:endParaRPr lang="en-IN"/>
          </a:p>
        </p:txBody>
      </p:sp>
      <p:sp>
        <p:nvSpPr>
          <p:cNvPr id="9" name="Shape 5"/>
          <p:cNvSpPr/>
          <p:nvPr/>
        </p:nvSpPr>
        <p:spPr>
          <a:xfrm>
            <a:off x="457200" y="2278075"/>
            <a:ext cx="6215063" cy="0"/>
          </a:xfrm>
          <a:prstGeom prst="line">
            <a:avLst/>
          </a:prstGeom>
          <a:noFill/>
          <a:ln w="7144">
            <a:solidFill>
              <a:srgbClr val="C77DFF"/>
            </a:solidFill>
            <a:prstDash val="solid"/>
          </a:ln>
        </p:spPr>
        <p:txBody>
          <a:bodyPr/>
          <a:lstStyle/>
          <a:p>
            <a:endParaRPr lang="en-IN"/>
          </a:p>
        </p:txBody>
      </p:sp>
      <p:sp>
        <p:nvSpPr>
          <p:cNvPr id="10" name="Shape 6"/>
          <p:cNvSpPr/>
          <p:nvPr/>
        </p:nvSpPr>
        <p:spPr>
          <a:xfrm>
            <a:off x="6668691" y="2274503"/>
            <a:ext cx="0" cy="1010841"/>
          </a:xfrm>
          <a:prstGeom prst="line">
            <a:avLst/>
          </a:prstGeom>
          <a:noFill/>
          <a:ln w="7144">
            <a:solidFill>
              <a:srgbClr val="C77DFF"/>
            </a:solidFill>
            <a:prstDash val="solid"/>
          </a:ln>
        </p:spPr>
        <p:txBody>
          <a:bodyPr/>
          <a:lstStyle/>
          <a:p>
            <a:endParaRPr lang="en-IN"/>
          </a:p>
        </p:txBody>
      </p:sp>
      <p:sp>
        <p:nvSpPr>
          <p:cNvPr id="11" name="Shape 7"/>
          <p:cNvSpPr/>
          <p:nvPr/>
        </p:nvSpPr>
        <p:spPr>
          <a:xfrm>
            <a:off x="457200" y="3281772"/>
            <a:ext cx="6215063" cy="0"/>
          </a:xfrm>
          <a:prstGeom prst="line">
            <a:avLst/>
          </a:prstGeom>
          <a:noFill/>
          <a:ln w="7144">
            <a:solidFill>
              <a:srgbClr val="C77DFF"/>
            </a:solidFill>
            <a:prstDash val="solid"/>
          </a:ln>
        </p:spPr>
        <p:txBody>
          <a:bodyPr/>
          <a:lstStyle/>
          <a:p>
            <a:endParaRPr lang="en-IN"/>
          </a:p>
        </p:txBody>
      </p:sp>
      <p:sp>
        <p:nvSpPr>
          <p:cNvPr id="12" name="Shape 8"/>
          <p:cNvSpPr/>
          <p:nvPr/>
        </p:nvSpPr>
        <p:spPr>
          <a:xfrm>
            <a:off x="471488" y="2274503"/>
            <a:ext cx="0" cy="1010841"/>
          </a:xfrm>
          <a:prstGeom prst="line">
            <a:avLst/>
          </a:prstGeom>
          <a:noFill/>
          <a:ln w="28575">
            <a:solidFill>
              <a:srgbClr val="C77DFF"/>
            </a:solidFill>
            <a:prstDash val="solid"/>
          </a:ln>
        </p:spPr>
        <p:txBody>
          <a:bodyPr/>
          <a:lstStyle/>
          <a:p>
            <a:endParaRPr lang="en-IN"/>
          </a:p>
        </p:txBody>
      </p:sp>
      <p:sp>
        <p:nvSpPr>
          <p:cNvPr id="13" name="Shape 9"/>
          <p:cNvSpPr/>
          <p:nvPr/>
        </p:nvSpPr>
        <p:spPr>
          <a:xfrm>
            <a:off x="457200" y="3438934"/>
            <a:ext cx="6215063" cy="0"/>
          </a:xfrm>
          <a:prstGeom prst="line">
            <a:avLst/>
          </a:prstGeom>
          <a:noFill/>
          <a:ln w="7144">
            <a:solidFill>
              <a:srgbClr val="C77DFF"/>
            </a:solidFill>
            <a:prstDash val="solid"/>
          </a:ln>
        </p:spPr>
        <p:txBody>
          <a:bodyPr/>
          <a:lstStyle/>
          <a:p>
            <a:endParaRPr lang="en-IN"/>
          </a:p>
        </p:txBody>
      </p:sp>
      <p:sp>
        <p:nvSpPr>
          <p:cNvPr id="14" name="Shape 10"/>
          <p:cNvSpPr/>
          <p:nvPr/>
        </p:nvSpPr>
        <p:spPr>
          <a:xfrm>
            <a:off x="6668691" y="3435362"/>
            <a:ext cx="0" cy="896541"/>
          </a:xfrm>
          <a:prstGeom prst="line">
            <a:avLst/>
          </a:prstGeom>
          <a:noFill/>
          <a:ln w="7144">
            <a:solidFill>
              <a:srgbClr val="C77DFF"/>
            </a:solidFill>
            <a:prstDash val="solid"/>
          </a:ln>
        </p:spPr>
        <p:txBody>
          <a:bodyPr/>
          <a:lstStyle/>
          <a:p>
            <a:endParaRPr lang="en-IN"/>
          </a:p>
        </p:txBody>
      </p:sp>
      <p:sp>
        <p:nvSpPr>
          <p:cNvPr id="15" name="Shape 11"/>
          <p:cNvSpPr/>
          <p:nvPr/>
        </p:nvSpPr>
        <p:spPr>
          <a:xfrm>
            <a:off x="457200" y="4328331"/>
            <a:ext cx="6215063" cy="0"/>
          </a:xfrm>
          <a:prstGeom prst="line">
            <a:avLst/>
          </a:prstGeom>
          <a:noFill/>
          <a:ln w="7144">
            <a:solidFill>
              <a:srgbClr val="C77DFF"/>
            </a:solidFill>
            <a:prstDash val="solid"/>
          </a:ln>
        </p:spPr>
        <p:txBody>
          <a:bodyPr/>
          <a:lstStyle/>
          <a:p>
            <a:endParaRPr lang="en-IN"/>
          </a:p>
        </p:txBody>
      </p:sp>
      <p:sp>
        <p:nvSpPr>
          <p:cNvPr id="16" name="Shape 12"/>
          <p:cNvSpPr/>
          <p:nvPr/>
        </p:nvSpPr>
        <p:spPr>
          <a:xfrm>
            <a:off x="471488" y="3435362"/>
            <a:ext cx="0" cy="896541"/>
          </a:xfrm>
          <a:prstGeom prst="line">
            <a:avLst/>
          </a:prstGeom>
          <a:noFill/>
          <a:ln w="28575">
            <a:solidFill>
              <a:srgbClr val="FFD166"/>
            </a:solidFill>
            <a:prstDash val="solid"/>
          </a:ln>
        </p:spPr>
        <p:txBody>
          <a:bodyPr/>
          <a:lstStyle/>
          <a:p>
            <a:endParaRPr lang="en-IN"/>
          </a:p>
        </p:txBody>
      </p:sp>
      <p:sp>
        <p:nvSpPr>
          <p:cNvPr id="17" name="Shape 13"/>
          <p:cNvSpPr/>
          <p:nvPr/>
        </p:nvSpPr>
        <p:spPr>
          <a:xfrm>
            <a:off x="6965156" y="2628119"/>
            <a:ext cx="1585913" cy="0"/>
          </a:xfrm>
          <a:prstGeom prst="line">
            <a:avLst/>
          </a:prstGeom>
          <a:noFill/>
          <a:ln w="7144">
            <a:solidFill>
              <a:srgbClr val="C77DFF"/>
            </a:solidFill>
            <a:prstDash val="dash"/>
          </a:ln>
        </p:spPr>
        <p:txBody>
          <a:bodyPr/>
          <a:lstStyle/>
          <a:p>
            <a:endParaRPr lang="en-IN"/>
          </a:p>
        </p:txBody>
      </p:sp>
      <p:sp>
        <p:nvSpPr>
          <p:cNvPr id="18" name="Text 14"/>
          <p:cNvSpPr/>
          <p:nvPr/>
        </p:nvSpPr>
        <p:spPr>
          <a:xfrm>
            <a:off x="457200" y="4857750"/>
            <a:ext cx="7819169"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19" name="Text 15"/>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07 / 15</a:t>
            </a:r>
            <a:endParaRPr lang="en-US" sz="800" dirty="0"/>
          </a:p>
        </p:txBody>
      </p:sp>
      <p:sp>
        <p:nvSpPr>
          <p:cNvPr id="20" name="Text 16"/>
          <p:cNvSpPr/>
          <p:nvPr/>
        </p:nvSpPr>
        <p:spPr>
          <a:xfrm>
            <a:off x="457200" y="400050"/>
            <a:ext cx="8636000" cy="164592"/>
          </a:xfrm>
          <a:prstGeom prst="rect">
            <a:avLst/>
          </a:prstGeom>
          <a:noFill/>
          <a:ln/>
        </p:spPr>
        <p:txBody>
          <a:bodyPr wrap="square" lIns="0" tIns="0" rIns="0" bIns="0" rtlCol="0" anchor="t"/>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06 / 15 — SYSTEM ARCHITECTURE</a:t>
            </a:r>
            <a:endParaRPr lang="en-US" sz="800" dirty="0"/>
          </a:p>
        </p:txBody>
      </p:sp>
      <p:sp>
        <p:nvSpPr>
          <p:cNvPr id="21" name="Text 17"/>
          <p:cNvSpPr/>
          <p:nvPr/>
        </p:nvSpPr>
        <p:spPr>
          <a:xfrm>
            <a:off x="457200" y="592931"/>
            <a:ext cx="8636000" cy="388776"/>
          </a:xfrm>
          <a:prstGeom prst="rect">
            <a:avLst/>
          </a:prstGeom>
          <a:noFill/>
          <a:ln/>
        </p:spPr>
        <p:txBody>
          <a:bodyPr wrap="none" lIns="0" tIns="0" rIns="0" bIns="0" rtlCol="0" anchor="t"/>
          <a:lstStyle/>
          <a:p>
            <a:pPr marL="0" indent="0" algn="l">
              <a:lnSpc>
                <a:spcPts val="2835"/>
              </a:lnSpc>
              <a:buNone/>
            </a:pPr>
            <a:r>
              <a:rPr lang="en-US" sz="2700" b="1" dirty="0">
                <a:solidFill>
                  <a:srgbClr val="F3EAFE"/>
                </a:solidFill>
                <a:latin typeface="Carlito" pitchFamily="34" charset="0"/>
                <a:ea typeface="Carlito" pitchFamily="34" charset="-122"/>
                <a:cs typeface="Carlito" pitchFamily="34" charset="-120"/>
              </a:rPr>
              <a:t>Architecture </a:t>
            </a:r>
            <a:r>
              <a:rPr lang="en-US" sz="2700" b="1" dirty="0">
                <a:solidFill>
                  <a:srgbClr val="C77DFF"/>
                </a:solidFill>
                <a:latin typeface="Carlito" pitchFamily="34" charset="0"/>
                <a:ea typeface="Carlito" pitchFamily="34" charset="-122"/>
                <a:cs typeface="Carlito" pitchFamily="34" charset="-120"/>
              </a:rPr>
              <a:t>Overview</a:t>
            </a:r>
            <a:endParaRPr lang="en-US" sz="2700" dirty="0"/>
          </a:p>
        </p:txBody>
      </p:sp>
      <p:sp>
        <p:nvSpPr>
          <p:cNvPr id="22" name="Text 18"/>
          <p:cNvSpPr/>
          <p:nvPr/>
        </p:nvSpPr>
        <p:spPr>
          <a:xfrm>
            <a:off x="457200" y="1010059"/>
            <a:ext cx="5429250" cy="173593"/>
          </a:xfrm>
          <a:prstGeom prst="rect">
            <a:avLst/>
          </a:prstGeom>
          <a:noFill/>
          <a:ln/>
        </p:spPr>
        <p:txBody>
          <a:bodyPr wrap="square" lIns="0" tIns="0" rIns="0" bIns="0" rtlCol="0" anchor="t"/>
          <a:lstStyle/>
          <a:p>
            <a:pPr marL="0" indent="0" algn="l">
              <a:lnSpc>
                <a:spcPts val="1266"/>
              </a:lnSpc>
              <a:buNone/>
            </a:pPr>
            <a:r>
              <a:rPr lang="en-US" sz="844" dirty="0">
                <a:solidFill>
                  <a:srgbClr val="B8A9D9"/>
                </a:solidFill>
                <a:latin typeface="Carlito" pitchFamily="34" charset="0"/>
                <a:ea typeface="Carlito" pitchFamily="34" charset="-122"/>
                <a:cs typeface="Carlito" pitchFamily="34" charset="-120"/>
              </a:rPr>
              <a:t>A three-layer design — User Interface, Application Logic, and Data Model — built entirely in pure Java.</a:t>
            </a:r>
            <a:endParaRPr lang="en-US" sz="844" dirty="0"/>
          </a:p>
        </p:txBody>
      </p:sp>
      <p:sp>
        <p:nvSpPr>
          <p:cNvPr id="23" name="Text 19"/>
          <p:cNvSpPr/>
          <p:nvPr/>
        </p:nvSpPr>
        <p:spPr>
          <a:xfrm>
            <a:off x="457200" y="1327956"/>
            <a:ext cx="6215063" cy="796528"/>
          </a:xfrm>
          <a:prstGeom prst="roundRect">
            <a:avLst>
              <a:gd name="adj" fmla="val 16741"/>
            </a:avLst>
          </a:prstGeom>
          <a:solidFill>
            <a:srgbClr val="FFFFFF">
              <a:alpha val="5000"/>
            </a:srgbClr>
          </a:solidFill>
          <a:ln/>
        </p:spPr>
        <p:txBody>
          <a:bodyPr wrap="square" rtlCol="0" anchor="ctr"/>
          <a:lstStyle/>
          <a:p>
            <a:pPr marL="0" indent="0">
              <a:buNone/>
            </a:pPr>
            <a:endParaRPr lang="en-US" dirty="0"/>
          </a:p>
        </p:txBody>
      </p:sp>
      <p:sp>
        <p:nvSpPr>
          <p:cNvPr id="24" name="Text 20"/>
          <p:cNvSpPr/>
          <p:nvPr/>
        </p:nvSpPr>
        <p:spPr>
          <a:xfrm>
            <a:off x="646509" y="1502978"/>
            <a:ext cx="250031" cy="250031"/>
          </a:xfrm>
          <a:prstGeom prst="roundRect">
            <a:avLst>
              <a:gd name="adj" fmla="val 38095"/>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25" name="Text 21"/>
          <p:cNvSpPr/>
          <p:nvPr/>
        </p:nvSpPr>
        <p:spPr>
          <a:xfrm>
            <a:off x="667941" y="1524409"/>
            <a:ext cx="207169" cy="207169"/>
          </a:xfrm>
          <a:prstGeom prst="rect">
            <a:avLst/>
          </a:prstGeom>
          <a:noFill/>
          <a:ln/>
        </p:spPr>
        <p:txBody>
          <a:bodyPr wrap="none" lIns="0" tIns="0" rIns="0" bIns="0" rtlCol="0" anchor="ctr"/>
          <a:lstStyle/>
          <a:p>
            <a:pPr marL="0" indent="0" algn="ctr">
              <a:buNone/>
            </a:pPr>
            <a:r>
              <a:rPr lang="en-US" sz="1406" dirty="0">
                <a:solidFill>
                  <a:srgbClr val="FF8EC7"/>
                </a:solidFill>
                <a:latin typeface="Segoe UI Symbol" pitchFamily="34" charset="0"/>
                <a:ea typeface="Segoe UI Symbol" pitchFamily="34" charset="-122"/>
                <a:cs typeface="Segoe UI Symbol" pitchFamily="34" charset="-120"/>
              </a:rPr>
              <a:t>✦</a:t>
            </a:r>
            <a:endParaRPr lang="en-US" sz="1406" dirty="0"/>
          </a:p>
        </p:txBody>
      </p:sp>
      <p:sp>
        <p:nvSpPr>
          <p:cNvPr id="26" name="Text 22"/>
          <p:cNvSpPr/>
          <p:nvPr/>
        </p:nvSpPr>
        <p:spPr>
          <a:xfrm>
            <a:off x="985838" y="1449400"/>
            <a:ext cx="1888486" cy="115443"/>
          </a:xfrm>
          <a:prstGeom prst="rect">
            <a:avLst/>
          </a:prstGeom>
          <a:noFill/>
          <a:ln/>
        </p:spPr>
        <p:txBody>
          <a:bodyPr wrap="none" lIns="0" tIns="0" rIns="0" bIns="0" rtlCol="0" anchor="t">
            <a:normAutofit/>
          </a:bodyPr>
          <a:lstStyle/>
          <a:p>
            <a:pPr marL="0" indent="0" algn="l">
              <a:lnSpc>
                <a:spcPts val="1013"/>
              </a:lnSpc>
              <a:buNone/>
            </a:pPr>
            <a:r>
              <a:rPr lang="en-US" sz="800" kern="0" spc="162" dirty="0">
                <a:solidFill>
                  <a:srgbClr val="FF8EC7"/>
                </a:solidFill>
                <a:latin typeface="Courier New" pitchFamily="34" charset="0"/>
                <a:ea typeface="Courier New" pitchFamily="34" charset="-122"/>
                <a:cs typeface="Courier New" pitchFamily="34" charset="-120"/>
              </a:rPr>
              <a:t>PRESENTATION</a:t>
            </a:r>
            <a:endParaRPr lang="en-US" sz="800" dirty="0"/>
          </a:p>
        </p:txBody>
      </p:sp>
      <p:sp>
        <p:nvSpPr>
          <p:cNvPr id="27" name="Text 23"/>
          <p:cNvSpPr/>
          <p:nvPr/>
        </p:nvSpPr>
        <p:spPr>
          <a:xfrm>
            <a:off x="985838" y="1592275"/>
            <a:ext cx="1442641" cy="231458"/>
          </a:xfrm>
          <a:prstGeom prst="rect">
            <a:avLst/>
          </a:prstGeom>
          <a:noFill/>
          <a:ln/>
        </p:spPr>
        <p:txBody>
          <a:bodyPr wrap="none" lIns="0" tIns="0" rIns="0" bIns="0" rtlCol="0" anchor="t"/>
          <a:lstStyle/>
          <a:p>
            <a:pPr marL="0" indent="0" algn="l">
              <a:lnSpc>
                <a:spcPts val="1688"/>
              </a:lnSpc>
              <a:buNone/>
            </a:pPr>
            <a:r>
              <a:rPr lang="en-US" sz="1125" b="1" dirty="0">
                <a:solidFill>
                  <a:srgbClr val="F3EAFE"/>
                </a:solidFill>
                <a:latin typeface="Carlito" pitchFamily="34" charset="0"/>
                <a:ea typeface="Carlito" pitchFamily="34" charset="-122"/>
                <a:cs typeface="Carlito" pitchFamily="34" charset="-120"/>
              </a:rPr>
              <a:t>User Interface Layer</a:t>
            </a:r>
            <a:endParaRPr lang="en-US" sz="1125" dirty="0"/>
          </a:p>
        </p:txBody>
      </p:sp>
      <p:sp>
        <p:nvSpPr>
          <p:cNvPr id="29" name="Text 25"/>
          <p:cNvSpPr/>
          <p:nvPr/>
        </p:nvSpPr>
        <p:spPr>
          <a:xfrm>
            <a:off x="2691608" y="1449400"/>
            <a:ext cx="886765"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31" name="Text 27"/>
          <p:cNvSpPr/>
          <p:nvPr/>
        </p:nvSpPr>
        <p:spPr>
          <a:xfrm>
            <a:off x="3561754" y="1449400"/>
            <a:ext cx="961095"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33" name="Text 29"/>
          <p:cNvSpPr/>
          <p:nvPr/>
        </p:nvSpPr>
        <p:spPr>
          <a:xfrm>
            <a:off x="4537844" y="1449400"/>
            <a:ext cx="1036179"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35" name="Text 31"/>
          <p:cNvSpPr/>
          <p:nvPr/>
        </p:nvSpPr>
        <p:spPr>
          <a:xfrm>
            <a:off x="5589017" y="1449400"/>
            <a:ext cx="961095"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36" name="Text 32"/>
          <p:cNvSpPr/>
          <p:nvPr/>
        </p:nvSpPr>
        <p:spPr>
          <a:xfrm>
            <a:off x="642938" y="1878025"/>
            <a:ext cx="5865019" cy="139303"/>
          </a:xfrm>
          <a:prstGeom prst="rect">
            <a:avLst/>
          </a:prstGeom>
          <a:noFill/>
          <a:ln/>
        </p:spPr>
        <p:txBody>
          <a:bodyPr wrap="square" lIns="0" tIns="0" rIns="0" bIns="0" rtlCol="0" anchor="t"/>
          <a:lstStyle/>
          <a:p>
            <a:pPr marL="0" indent="0" algn="l">
              <a:lnSpc>
                <a:spcPts val="1097"/>
              </a:lnSpc>
              <a:buNone/>
            </a:pPr>
            <a:r>
              <a:rPr lang="en-US" sz="731" dirty="0">
                <a:solidFill>
                  <a:srgbClr val="B8A9D9"/>
                </a:solidFill>
                <a:latin typeface="Carlito" pitchFamily="34" charset="0"/>
                <a:ea typeface="Carlito" pitchFamily="34" charset="-122"/>
                <a:cs typeface="Carlito" pitchFamily="34" charset="-120"/>
              </a:rPr>
              <a:t>A text-based menu loop that reads user choices via </a:t>
            </a:r>
            <a:r>
              <a:rPr lang="en-US" sz="731" dirty="0">
                <a:solidFill>
                  <a:srgbClr val="F3EAFE"/>
                </a:solidFill>
                <a:latin typeface="Courier New" pitchFamily="34" charset="0"/>
                <a:ea typeface="Courier New" pitchFamily="34" charset="-122"/>
                <a:cs typeface="Courier New" pitchFamily="34" charset="-120"/>
              </a:rPr>
              <a:t>java.util.Scanner</a:t>
            </a:r>
            <a:r>
              <a:rPr lang="en-US" sz="731" dirty="0">
                <a:solidFill>
                  <a:srgbClr val="B8A9D9"/>
                </a:solidFill>
                <a:latin typeface="Carlito" pitchFamily="34" charset="0"/>
                <a:ea typeface="Carlito" pitchFamily="34" charset="-122"/>
                <a:cs typeface="Carlito" pitchFamily="34" charset="-120"/>
              </a:rPr>
              <a:t> and prints formatted responses to the terminal.</a:t>
            </a:r>
            <a:endParaRPr lang="en-US" sz="731" dirty="0"/>
          </a:p>
        </p:txBody>
      </p:sp>
      <p:pic>
        <p:nvPicPr>
          <p:cNvPr id="37" name="Image 2" descr="preencoded.png"/>
          <p:cNvPicPr>
            <a:picLocks noChangeAspect="1"/>
          </p:cNvPicPr>
          <p:nvPr/>
        </p:nvPicPr>
        <p:blipFill>
          <a:blip r:embed="rId4"/>
          <a:stretch>
            <a:fillRect/>
          </a:stretch>
        </p:blipFill>
        <p:spPr>
          <a:xfrm>
            <a:off x="457200" y="2195922"/>
            <a:ext cx="6215063" cy="7144"/>
          </a:xfrm>
          <a:prstGeom prst="rect">
            <a:avLst/>
          </a:prstGeom>
        </p:spPr>
      </p:pic>
      <p:sp>
        <p:nvSpPr>
          <p:cNvPr id="38" name="Text 33"/>
          <p:cNvSpPr/>
          <p:nvPr/>
        </p:nvSpPr>
        <p:spPr>
          <a:xfrm>
            <a:off x="457200" y="2274503"/>
            <a:ext cx="6215063" cy="1010841"/>
          </a:xfrm>
          <a:prstGeom prst="roundRect">
            <a:avLst>
              <a:gd name="adj" fmla="val 13192"/>
            </a:avLst>
          </a:prstGeom>
          <a:solidFill>
            <a:srgbClr val="FFFFFF">
              <a:alpha val="5000"/>
            </a:srgbClr>
          </a:solidFill>
          <a:ln/>
        </p:spPr>
        <p:txBody>
          <a:bodyPr wrap="square" rtlCol="0" anchor="ctr"/>
          <a:lstStyle/>
          <a:p>
            <a:pPr marL="0" indent="0">
              <a:buNone/>
            </a:pPr>
            <a:endParaRPr lang="en-US" dirty="0"/>
          </a:p>
        </p:txBody>
      </p:sp>
      <p:sp>
        <p:nvSpPr>
          <p:cNvPr id="39" name="Text 34"/>
          <p:cNvSpPr/>
          <p:nvPr/>
        </p:nvSpPr>
        <p:spPr>
          <a:xfrm>
            <a:off x="646509" y="2556681"/>
            <a:ext cx="240209" cy="250031"/>
          </a:xfrm>
          <a:prstGeom prst="roundRect">
            <a:avLst>
              <a:gd name="adj" fmla="val 3965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40" name="Text 35"/>
          <p:cNvSpPr/>
          <p:nvPr/>
        </p:nvSpPr>
        <p:spPr>
          <a:xfrm>
            <a:off x="663029" y="2578112"/>
            <a:ext cx="207169" cy="207169"/>
          </a:xfrm>
          <a:prstGeom prst="rect">
            <a:avLst/>
          </a:prstGeom>
          <a:noFill/>
          <a:ln/>
        </p:spPr>
        <p:txBody>
          <a:bodyPr wrap="none" lIns="0" tIns="0" rIns="0" bIns="0" rtlCol="0" anchor="ctr"/>
          <a:lstStyle/>
          <a:p>
            <a:pPr marL="0" indent="0" algn="ctr">
              <a:buNone/>
            </a:pPr>
            <a:r>
              <a:rPr lang="en-US" sz="1406" dirty="0">
                <a:solidFill>
                  <a:srgbClr val="C77DFF"/>
                </a:solidFill>
                <a:latin typeface="Segoe UI Symbol" pitchFamily="34" charset="0"/>
                <a:ea typeface="Segoe UI Symbol" pitchFamily="34" charset="-122"/>
                <a:cs typeface="Segoe UI Symbol" pitchFamily="34" charset="-120"/>
              </a:rPr>
              <a:t>▦</a:t>
            </a:r>
            <a:endParaRPr lang="en-US" sz="1406" dirty="0"/>
          </a:p>
        </p:txBody>
      </p:sp>
      <p:sp>
        <p:nvSpPr>
          <p:cNvPr id="41" name="Text 36"/>
          <p:cNvSpPr/>
          <p:nvPr/>
        </p:nvSpPr>
        <p:spPr>
          <a:xfrm>
            <a:off x="976015" y="2395947"/>
            <a:ext cx="1947861" cy="115443"/>
          </a:xfrm>
          <a:prstGeom prst="rect">
            <a:avLst/>
          </a:prstGeom>
          <a:noFill/>
          <a:ln/>
        </p:spPr>
        <p:txBody>
          <a:bodyPr wrap="none" lIns="0" tIns="0" rIns="0" bIns="0" rtlCol="0" anchor="t">
            <a:normAutofit/>
          </a:bodyPr>
          <a:lstStyle/>
          <a:p>
            <a:pPr marL="0" indent="0" algn="l">
              <a:lnSpc>
                <a:spcPts val="1013"/>
              </a:lnSpc>
              <a:buNone/>
            </a:pPr>
            <a:r>
              <a:rPr lang="en-US" sz="800" kern="0" spc="162" dirty="0">
                <a:solidFill>
                  <a:srgbClr val="FF8EC7"/>
                </a:solidFill>
                <a:latin typeface="Courier New" pitchFamily="34" charset="0"/>
                <a:ea typeface="Courier New" pitchFamily="34" charset="-122"/>
                <a:cs typeface="Courier New" pitchFamily="34" charset="-120"/>
              </a:rPr>
              <a:t>APPLICATION</a:t>
            </a:r>
            <a:endParaRPr lang="en-US" sz="800" dirty="0"/>
          </a:p>
        </p:txBody>
      </p:sp>
      <p:sp>
        <p:nvSpPr>
          <p:cNvPr id="42" name="Text 37"/>
          <p:cNvSpPr/>
          <p:nvPr/>
        </p:nvSpPr>
        <p:spPr>
          <a:xfrm>
            <a:off x="976015" y="2538822"/>
            <a:ext cx="1487998" cy="462915"/>
          </a:xfrm>
          <a:prstGeom prst="rect">
            <a:avLst/>
          </a:prstGeom>
          <a:noFill/>
          <a:ln/>
        </p:spPr>
        <p:txBody>
          <a:bodyPr wrap="none" lIns="0" tIns="0" rIns="0" bIns="0" rtlCol="0" anchor="t"/>
          <a:lstStyle/>
          <a:p>
            <a:pPr marL="0" indent="0" algn="l">
              <a:lnSpc>
                <a:spcPts val="1688"/>
              </a:lnSpc>
              <a:buNone/>
            </a:pPr>
            <a:r>
              <a:rPr lang="en-US" sz="1125" b="1" dirty="0">
                <a:solidFill>
                  <a:srgbClr val="F3EAFE"/>
                </a:solidFill>
                <a:latin typeface="Carlito" pitchFamily="34" charset="0"/>
                <a:ea typeface="Carlito" pitchFamily="34" charset="-122"/>
                <a:cs typeface="Carlito" pitchFamily="34" charset="-120"/>
              </a:rPr>
              <a:t>Business Logic Layer</a:t>
            </a:r>
            <a:endParaRPr lang="en-US" sz="1125" dirty="0"/>
          </a:p>
        </p:txBody>
      </p:sp>
      <p:sp>
        <p:nvSpPr>
          <p:cNvPr id="44" name="Text 39"/>
          <p:cNvSpPr/>
          <p:nvPr/>
        </p:nvSpPr>
        <p:spPr>
          <a:xfrm>
            <a:off x="3444515" y="2395947"/>
            <a:ext cx="1036179"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46" name="Text 41"/>
          <p:cNvSpPr/>
          <p:nvPr/>
        </p:nvSpPr>
        <p:spPr>
          <a:xfrm>
            <a:off x="4537844" y="2395947"/>
            <a:ext cx="1036179"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48" name="Text 43"/>
          <p:cNvSpPr/>
          <p:nvPr/>
        </p:nvSpPr>
        <p:spPr>
          <a:xfrm>
            <a:off x="5589017" y="2395947"/>
            <a:ext cx="961095"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50" name="Text 45"/>
          <p:cNvSpPr/>
          <p:nvPr/>
        </p:nvSpPr>
        <p:spPr>
          <a:xfrm>
            <a:off x="5418646" y="2653122"/>
            <a:ext cx="1089310"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51" name="Text 46"/>
          <p:cNvSpPr/>
          <p:nvPr/>
        </p:nvSpPr>
        <p:spPr>
          <a:xfrm>
            <a:off x="642938" y="3038884"/>
            <a:ext cx="5865019" cy="139303"/>
          </a:xfrm>
          <a:prstGeom prst="rect">
            <a:avLst/>
          </a:prstGeom>
          <a:noFill/>
          <a:ln/>
        </p:spPr>
        <p:txBody>
          <a:bodyPr wrap="square" lIns="0" tIns="0" rIns="0" bIns="0" rtlCol="0" anchor="t"/>
          <a:lstStyle/>
          <a:p>
            <a:pPr marL="0" indent="0" algn="l">
              <a:lnSpc>
                <a:spcPts val="1097"/>
              </a:lnSpc>
              <a:buNone/>
            </a:pPr>
            <a:r>
              <a:rPr lang="en-US" sz="731" dirty="0">
                <a:solidFill>
                  <a:srgbClr val="B8A9D9"/>
                </a:solidFill>
                <a:latin typeface="Carlito" pitchFamily="34" charset="0"/>
                <a:ea typeface="Carlito" pitchFamily="34" charset="-122"/>
                <a:cs typeface="Carlito" pitchFamily="34" charset="-120"/>
              </a:rPr>
              <a:t>Holds all the operations — create, add, remove, play, compute stats, search, sort, toggle favorites. Pure Java methods, no I/O.</a:t>
            </a:r>
            <a:endParaRPr lang="en-US" sz="731" dirty="0"/>
          </a:p>
        </p:txBody>
      </p:sp>
      <p:pic>
        <p:nvPicPr>
          <p:cNvPr id="52" name="Image 3" descr="preencoded.png"/>
          <p:cNvPicPr>
            <a:picLocks noChangeAspect="1"/>
          </p:cNvPicPr>
          <p:nvPr/>
        </p:nvPicPr>
        <p:blipFill>
          <a:blip r:embed="rId4"/>
          <a:stretch>
            <a:fillRect/>
          </a:stretch>
        </p:blipFill>
        <p:spPr>
          <a:xfrm>
            <a:off x="457200" y="3356781"/>
            <a:ext cx="6215063" cy="7144"/>
          </a:xfrm>
          <a:prstGeom prst="rect">
            <a:avLst/>
          </a:prstGeom>
        </p:spPr>
      </p:pic>
      <p:sp>
        <p:nvSpPr>
          <p:cNvPr id="53" name="Text 47"/>
          <p:cNvSpPr/>
          <p:nvPr/>
        </p:nvSpPr>
        <p:spPr>
          <a:xfrm>
            <a:off x="457200" y="3435362"/>
            <a:ext cx="6215063" cy="896541"/>
          </a:xfrm>
          <a:prstGeom prst="roundRect">
            <a:avLst>
              <a:gd name="adj" fmla="val 14874"/>
            </a:avLst>
          </a:prstGeom>
          <a:solidFill>
            <a:srgbClr val="FFFFFF">
              <a:alpha val="5000"/>
            </a:srgbClr>
          </a:solidFill>
          <a:ln/>
        </p:spPr>
        <p:txBody>
          <a:bodyPr wrap="square" rtlCol="0" anchor="ctr"/>
          <a:lstStyle/>
          <a:p>
            <a:pPr marL="0" indent="0">
              <a:buNone/>
            </a:pPr>
            <a:endParaRPr lang="en-US" dirty="0"/>
          </a:p>
        </p:txBody>
      </p:sp>
      <p:sp>
        <p:nvSpPr>
          <p:cNvPr id="54" name="Text 48"/>
          <p:cNvSpPr/>
          <p:nvPr/>
        </p:nvSpPr>
        <p:spPr>
          <a:xfrm>
            <a:off x="646509" y="3610384"/>
            <a:ext cx="250031" cy="250031"/>
          </a:xfrm>
          <a:prstGeom prst="roundRect">
            <a:avLst>
              <a:gd name="adj" fmla="val 38095"/>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55" name="Text 49"/>
          <p:cNvSpPr/>
          <p:nvPr/>
        </p:nvSpPr>
        <p:spPr>
          <a:xfrm>
            <a:off x="667941" y="3631816"/>
            <a:ext cx="207169" cy="207169"/>
          </a:xfrm>
          <a:prstGeom prst="rect">
            <a:avLst/>
          </a:prstGeom>
          <a:noFill/>
          <a:ln/>
        </p:spPr>
        <p:txBody>
          <a:bodyPr wrap="none" lIns="0" tIns="0" rIns="0" bIns="0" rtlCol="0" anchor="ctr"/>
          <a:lstStyle/>
          <a:p>
            <a:pPr marL="0" indent="0" algn="ctr">
              <a:buNone/>
            </a:pPr>
            <a:r>
              <a:rPr lang="en-US" sz="1406" dirty="0">
                <a:solidFill>
                  <a:srgbClr val="FFD166"/>
                </a:solidFill>
                <a:latin typeface="Segoe UI Symbol" pitchFamily="34" charset="0"/>
                <a:ea typeface="Segoe UI Symbol" pitchFamily="34" charset="-122"/>
                <a:cs typeface="Segoe UI Symbol" pitchFamily="34" charset="-120"/>
              </a:rPr>
              <a:t>▦</a:t>
            </a:r>
            <a:endParaRPr lang="en-US" sz="1406" dirty="0"/>
          </a:p>
        </p:txBody>
      </p:sp>
      <p:sp>
        <p:nvSpPr>
          <p:cNvPr id="56" name="Text 50"/>
          <p:cNvSpPr/>
          <p:nvPr/>
        </p:nvSpPr>
        <p:spPr>
          <a:xfrm>
            <a:off x="985838" y="3556806"/>
            <a:ext cx="1333917" cy="115443"/>
          </a:xfrm>
          <a:prstGeom prst="rect">
            <a:avLst/>
          </a:prstGeom>
          <a:noFill/>
          <a:ln/>
        </p:spPr>
        <p:txBody>
          <a:bodyPr wrap="none" lIns="0" tIns="0" rIns="0" bIns="0" rtlCol="0" anchor="t">
            <a:normAutofit/>
          </a:bodyPr>
          <a:lstStyle/>
          <a:p>
            <a:pPr marL="0" indent="0" algn="l">
              <a:lnSpc>
                <a:spcPts val="1013"/>
              </a:lnSpc>
              <a:buNone/>
            </a:pPr>
            <a:r>
              <a:rPr lang="en-US" sz="800" kern="0" spc="162" dirty="0">
                <a:solidFill>
                  <a:srgbClr val="FF8EC7"/>
                </a:solidFill>
                <a:latin typeface="Courier New" pitchFamily="34" charset="0"/>
                <a:ea typeface="Courier New" pitchFamily="34" charset="-122"/>
                <a:cs typeface="Courier New" pitchFamily="34" charset="-120"/>
              </a:rPr>
              <a:t>DATA</a:t>
            </a:r>
            <a:endParaRPr lang="en-US" sz="800" dirty="0"/>
          </a:p>
        </p:txBody>
      </p:sp>
      <p:sp>
        <p:nvSpPr>
          <p:cNvPr id="57" name="Text 51"/>
          <p:cNvSpPr/>
          <p:nvPr/>
        </p:nvSpPr>
        <p:spPr>
          <a:xfrm>
            <a:off x="970579" y="3699681"/>
            <a:ext cx="1007612" cy="231458"/>
          </a:xfrm>
          <a:prstGeom prst="rect">
            <a:avLst/>
          </a:prstGeom>
          <a:noFill/>
          <a:ln/>
        </p:spPr>
        <p:txBody>
          <a:bodyPr wrap="none" lIns="0" tIns="0" rIns="0" bIns="0" rtlCol="0" anchor="t"/>
          <a:lstStyle/>
          <a:p>
            <a:pPr marL="0" indent="0" algn="l">
              <a:lnSpc>
                <a:spcPts val="1688"/>
              </a:lnSpc>
              <a:buNone/>
            </a:pPr>
            <a:r>
              <a:rPr lang="en-US" sz="1125" b="1" dirty="0">
                <a:solidFill>
                  <a:srgbClr val="F3EAFE"/>
                </a:solidFill>
                <a:latin typeface="Carlito" pitchFamily="34" charset="0"/>
                <a:ea typeface="Carlito" pitchFamily="34" charset="-122"/>
                <a:cs typeface="Carlito" pitchFamily="34" charset="-120"/>
              </a:rPr>
              <a:t>Model Layer</a:t>
            </a:r>
            <a:endParaRPr lang="en-US" sz="1125" dirty="0"/>
          </a:p>
        </p:txBody>
      </p:sp>
      <p:sp>
        <p:nvSpPr>
          <p:cNvPr id="59" name="Text 53"/>
          <p:cNvSpPr/>
          <p:nvPr/>
        </p:nvSpPr>
        <p:spPr>
          <a:xfrm>
            <a:off x="3487234" y="3556806"/>
            <a:ext cx="738104"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61" name="Text 55"/>
          <p:cNvSpPr/>
          <p:nvPr/>
        </p:nvSpPr>
        <p:spPr>
          <a:xfrm>
            <a:off x="4272074" y="3556806"/>
            <a:ext cx="929915"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63" name="Text 57"/>
          <p:cNvSpPr/>
          <p:nvPr/>
        </p:nvSpPr>
        <p:spPr>
          <a:xfrm>
            <a:off x="5259139" y="3556806"/>
            <a:ext cx="1248817" cy="200025"/>
          </a:xfrm>
          <a:prstGeom prst="rect">
            <a:avLst/>
          </a:prstGeom>
          <a:noFill/>
          <a:ln/>
        </p:spPr>
        <p:txBody>
          <a:bodyPr wrap="none" lIns="0" tIns="0" rIns="0" bIns="0" rtlCol="0" anchor="ctr"/>
          <a:lstStyle/>
          <a:p>
            <a:pPr marL="0" indent="0" algn="ctr">
              <a:lnSpc>
                <a:spcPts val="1013"/>
              </a:lnSpc>
              <a:buNone/>
            </a:pPr>
            <a:endParaRPr lang="en-US" sz="800" dirty="0"/>
          </a:p>
        </p:txBody>
      </p:sp>
      <p:sp>
        <p:nvSpPr>
          <p:cNvPr id="66" name="Text 60"/>
          <p:cNvSpPr/>
          <p:nvPr/>
        </p:nvSpPr>
        <p:spPr>
          <a:xfrm>
            <a:off x="642938" y="4085444"/>
            <a:ext cx="5865019" cy="139303"/>
          </a:xfrm>
          <a:prstGeom prst="rect">
            <a:avLst/>
          </a:prstGeom>
          <a:noFill/>
          <a:ln/>
        </p:spPr>
        <p:txBody>
          <a:bodyPr wrap="square" lIns="0" tIns="0" rIns="0" bIns="0" rtlCol="0" anchor="t"/>
          <a:lstStyle/>
          <a:p>
            <a:pPr marL="0" indent="0" algn="l">
              <a:lnSpc>
                <a:spcPts val="1097"/>
              </a:lnSpc>
              <a:buNone/>
            </a:pPr>
            <a:r>
              <a:rPr lang="en-US" sz="731" dirty="0">
                <a:solidFill>
                  <a:srgbClr val="B8A9D9"/>
                </a:solidFill>
                <a:latin typeface="Carlito" pitchFamily="34" charset="0"/>
                <a:ea typeface="Carlito" pitchFamily="34" charset="-122"/>
                <a:cs typeface="Carlito" pitchFamily="34" charset="-120"/>
              </a:rPr>
              <a:t>Two POJO classes (</a:t>
            </a:r>
            <a:r>
              <a:rPr lang="en-US" sz="731" dirty="0">
                <a:solidFill>
                  <a:srgbClr val="F3EAFE"/>
                </a:solidFill>
                <a:latin typeface="Courier New" pitchFamily="34" charset="0"/>
                <a:ea typeface="Courier New" pitchFamily="34" charset="-122"/>
                <a:cs typeface="Courier New" pitchFamily="34" charset="-120"/>
              </a:rPr>
              <a:t>Song</a:t>
            </a:r>
            <a:r>
              <a:rPr lang="en-US" sz="731" dirty="0">
                <a:solidFill>
                  <a:srgbClr val="B8A9D9"/>
                </a:solidFill>
                <a:latin typeface="Carlito" pitchFamily="34" charset="0"/>
                <a:ea typeface="Carlito" pitchFamily="34" charset="-122"/>
                <a:cs typeface="Carlito" pitchFamily="34" charset="-120"/>
              </a:rPr>
              <a:t> and </a:t>
            </a:r>
            <a:r>
              <a:rPr lang="en-US" sz="731" dirty="0">
                <a:solidFill>
                  <a:srgbClr val="F3EAFE"/>
                </a:solidFill>
                <a:latin typeface="Courier New" pitchFamily="34" charset="0"/>
                <a:ea typeface="Courier New" pitchFamily="34" charset="-122"/>
                <a:cs typeface="Courier New" pitchFamily="34" charset="-120"/>
              </a:rPr>
              <a:t>Playlist</a:t>
            </a:r>
            <a:r>
              <a:rPr lang="en-US" sz="731" dirty="0">
                <a:solidFill>
                  <a:srgbClr val="B8A9D9"/>
                </a:solidFill>
                <a:latin typeface="Carlito" pitchFamily="34" charset="0"/>
                <a:ea typeface="Carlito" pitchFamily="34" charset="-122"/>
                <a:cs typeface="Carlito" pitchFamily="34" charset="-120"/>
              </a:rPr>
              <a:t>) store the entire runtime state in memory. Sample data is seeded on startup.</a:t>
            </a:r>
            <a:endParaRPr lang="en-US" sz="731" dirty="0"/>
          </a:p>
        </p:txBody>
      </p:sp>
      <p:sp>
        <p:nvSpPr>
          <p:cNvPr id="69" name="Text 62"/>
          <p:cNvSpPr/>
          <p:nvPr/>
        </p:nvSpPr>
        <p:spPr>
          <a:xfrm>
            <a:off x="6965156" y="1485119"/>
            <a:ext cx="128588" cy="128588"/>
          </a:xfrm>
          <a:prstGeom prst="rect">
            <a:avLst/>
          </a:prstGeom>
          <a:noFill/>
          <a:ln/>
        </p:spPr>
        <p:txBody>
          <a:bodyPr wrap="none" lIns="0" tIns="0" rIns="0" bIns="0" rtlCol="0" anchor="ctr"/>
          <a:lstStyle/>
          <a:p>
            <a:pPr marL="0" indent="0" algn="ctr">
              <a:buNone/>
            </a:pPr>
            <a:endParaRPr lang="en-US" sz="1266" dirty="0"/>
          </a:p>
        </p:txBody>
      </p:sp>
      <p:sp>
        <p:nvSpPr>
          <p:cNvPr id="70" name="Text 63"/>
          <p:cNvSpPr/>
          <p:nvPr/>
        </p:nvSpPr>
        <p:spPr>
          <a:xfrm>
            <a:off x="7150894" y="1449400"/>
            <a:ext cx="1400175" cy="164592"/>
          </a:xfrm>
          <a:prstGeom prst="rect">
            <a:avLst/>
          </a:prstGeom>
          <a:noFill/>
          <a:ln/>
        </p:spPr>
        <p:txBody>
          <a:bodyPr wrap="none" lIns="0" tIns="0" rIns="0" bIns="0" rtlCol="0" anchor="t"/>
          <a:lstStyle/>
          <a:p>
            <a:pPr marL="0" indent="0" algn="l">
              <a:lnSpc>
                <a:spcPts val="1013"/>
              </a:lnSpc>
              <a:buNone/>
            </a:pPr>
            <a:endParaRPr lang="en-US" sz="800" dirty="0"/>
          </a:p>
        </p:txBody>
      </p:sp>
      <p:sp>
        <p:nvSpPr>
          <p:cNvPr id="71" name="Text 64"/>
          <p:cNvSpPr/>
          <p:nvPr/>
        </p:nvSpPr>
        <p:spPr>
          <a:xfrm>
            <a:off x="6965156" y="1678000"/>
            <a:ext cx="1585913" cy="912471"/>
          </a:xfrm>
          <a:prstGeom prst="rect">
            <a:avLst/>
          </a:prstGeom>
          <a:noFill/>
          <a:ln/>
        </p:spPr>
        <p:txBody>
          <a:bodyPr wrap="square" lIns="0" tIns="0" rIns="0" bIns="0" rtlCol="0" anchor="t"/>
          <a:lstStyle/>
          <a:p>
            <a:pPr marL="0" indent="0" algn="l">
              <a:lnSpc>
                <a:spcPts val="1020"/>
              </a:lnSpc>
              <a:buNone/>
            </a:pPr>
            <a:endParaRPr lang="en-US" sz="800" dirty="0"/>
          </a:p>
        </p:txBody>
      </p:sp>
      <p:sp>
        <p:nvSpPr>
          <p:cNvPr id="72" name="Text 65"/>
          <p:cNvSpPr/>
          <p:nvPr/>
        </p:nvSpPr>
        <p:spPr>
          <a:xfrm>
            <a:off x="6965156" y="2624547"/>
            <a:ext cx="1585912" cy="279545"/>
          </a:xfrm>
          <a:prstGeom prst="rect">
            <a:avLst/>
          </a:prstGeom>
          <a:noFill/>
          <a:ln/>
        </p:spPr>
        <p:txBody>
          <a:bodyPr wrap="none" lIns="0" tIns="71438" rIns="0" bIns="0" rtlCol="0" anchor="t"/>
          <a:lstStyle/>
          <a:p>
            <a:pPr marL="0" indent="0" algn="ctr">
              <a:lnSpc>
                <a:spcPts val="886"/>
              </a:lnSpc>
              <a:buNone/>
            </a:pP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rot="1200000">
            <a:off x="8643938" y="-285750"/>
            <a:ext cx="714375" cy="2143125"/>
          </a:xfrm>
          <a:prstGeom prst="rect">
            <a:avLst/>
          </a:prstGeom>
          <a:noFill/>
          <a:ln/>
        </p:spPr>
        <p:txBody>
          <a:bodyPr wrap="none" lIns="0" tIns="0" rIns="0" bIns="0" rtlCol="0" anchor="ctr"/>
          <a:lstStyle/>
          <a:p>
            <a:pPr marL="0" indent="0" algn="ctr">
              <a:buNone/>
            </a:pPr>
            <a:r>
              <a:rPr lang="en-US" sz="11250" dirty="0">
                <a:solidFill>
                  <a:srgbClr val="C77DFF">
                    <a:alpha val="8000"/>
                  </a:srgbClr>
                </a:solidFill>
                <a:latin typeface="Segoe UI Symbol" pitchFamily="34" charset="0"/>
                <a:ea typeface="Segoe UI Symbol" pitchFamily="34" charset="-122"/>
                <a:cs typeface="Segoe UI Symbol" pitchFamily="34" charset="-120"/>
              </a:rPr>
              <a:t>♪</a:t>
            </a:r>
            <a:endParaRPr lang="en-US" sz="11250" dirty="0"/>
          </a:p>
        </p:txBody>
      </p:sp>
      <p:sp>
        <p:nvSpPr>
          <p:cNvPr id="5" name="Text 1"/>
          <p:cNvSpPr/>
          <p:nvPr/>
        </p:nvSpPr>
        <p:spPr>
          <a:xfrm rot="21000000">
            <a:off x="-144661" y="3679031"/>
            <a:ext cx="914400" cy="1464469"/>
          </a:xfrm>
          <a:prstGeom prst="rect">
            <a:avLst/>
          </a:prstGeom>
          <a:noFill/>
          <a:ln/>
        </p:spPr>
        <p:txBody>
          <a:bodyPr wrap="none" lIns="0" tIns="0" rIns="0" bIns="0" rtlCol="0" anchor="ctr"/>
          <a:lstStyle/>
          <a:p>
            <a:pPr marL="0" indent="0" algn="ctr">
              <a:buNone/>
            </a:pPr>
            <a:r>
              <a:rPr lang="en-US" sz="9563" dirty="0">
                <a:solidFill>
                  <a:srgbClr val="C77DFF">
                    <a:alpha val="8000"/>
                  </a:srgbClr>
                </a:solidFill>
                <a:latin typeface="Segoe UI Symbol" pitchFamily="34" charset="0"/>
                <a:ea typeface="Segoe UI Symbol" pitchFamily="34" charset="-122"/>
                <a:cs typeface="Segoe UI Symbol" pitchFamily="34" charset="-120"/>
              </a:rPr>
              <a:t>♫</a:t>
            </a:r>
            <a:endParaRPr lang="en-US" sz="9563" dirty="0"/>
          </a:p>
        </p:txBody>
      </p:sp>
      <p:sp>
        <p:nvSpPr>
          <p:cNvPr id="6" name="Text 2"/>
          <p:cNvSpPr/>
          <p:nvPr/>
        </p:nvSpPr>
        <p:spPr>
          <a:xfrm>
            <a:off x="457200" y="4857750"/>
            <a:ext cx="7819169"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7" name="Text 3"/>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08 / 15</a:t>
            </a:r>
            <a:endParaRPr lang="en-US" sz="800" dirty="0"/>
          </a:p>
        </p:txBody>
      </p:sp>
      <p:sp>
        <p:nvSpPr>
          <p:cNvPr id="8" name="Text 4"/>
          <p:cNvSpPr/>
          <p:nvPr/>
        </p:nvSpPr>
        <p:spPr>
          <a:xfrm>
            <a:off x="457200" y="400050"/>
            <a:ext cx="8636000" cy="164592"/>
          </a:xfrm>
          <a:prstGeom prst="rect">
            <a:avLst/>
          </a:prstGeom>
          <a:noFill/>
          <a:ln/>
        </p:spPr>
        <p:txBody>
          <a:bodyPr wrap="none" lIns="0" tIns="0" rIns="0" bIns="0" rtlCol="0" anchor="t"/>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07 / 15 — FUNCTIONALITIES</a:t>
            </a:r>
            <a:endParaRPr lang="en-US" sz="800" dirty="0"/>
          </a:p>
        </p:txBody>
      </p:sp>
      <p:sp>
        <p:nvSpPr>
          <p:cNvPr id="9" name="Text 5"/>
          <p:cNvSpPr/>
          <p:nvPr/>
        </p:nvSpPr>
        <p:spPr>
          <a:xfrm>
            <a:off x="457200" y="592931"/>
            <a:ext cx="8636000" cy="330425"/>
          </a:xfrm>
          <a:prstGeom prst="rect">
            <a:avLst/>
          </a:prstGeom>
          <a:noFill/>
          <a:ln/>
        </p:spPr>
        <p:txBody>
          <a:bodyPr wrap="none" lIns="0" tIns="0" rIns="0" bIns="0" rtlCol="0" anchor="t">
            <a:normAutofit/>
          </a:bodyPr>
          <a:lstStyle/>
          <a:p>
            <a:pPr marL="0" indent="0" algn="l">
              <a:lnSpc>
                <a:spcPts val="2481"/>
              </a:lnSpc>
              <a:buNone/>
            </a:pPr>
            <a:r>
              <a:rPr lang="en-US" sz="2363" b="1" dirty="0">
                <a:solidFill>
                  <a:srgbClr val="F3EAFE"/>
                </a:solidFill>
                <a:latin typeface="Carlito" pitchFamily="34" charset="0"/>
                <a:ea typeface="Carlito" pitchFamily="34" charset="-122"/>
                <a:cs typeface="Carlito" pitchFamily="34" charset="-120"/>
              </a:rPr>
              <a:t>What It </a:t>
            </a:r>
            <a:r>
              <a:rPr lang="en-US" sz="2363" b="1" dirty="0">
                <a:solidFill>
                  <a:srgbClr val="C77DFF"/>
                </a:solidFill>
                <a:latin typeface="Carlito" pitchFamily="34" charset="0"/>
                <a:ea typeface="Carlito" pitchFamily="34" charset="-122"/>
                <a:cs typeface="Carlito" pitchFamily="34" charset="-120"/>
              </a:rPr>
              <a:t>Can Do</a:t>
            </a:r>
            <a:endParaRPr lang="en-US" sz="2363" dirty="0"/>
          </a:p>
        </p:txBody>
      </p:sp>
      <p:sp>
        <p:nvSpPr>
          <p:cNvPr id="10" name="Text 6"/>
          <p:cNvSpPr/>
          <p:nvPr/>
        </p:nvSpPr>
        <p:spPr>
          <a:xfrm>
            <a:off x="457200" y="950788"/>
            <a:ext cx="5572125" cy="329184"/>
          </a:xfrm>
          <a:prstGeom prst="rect">
            <a:avLst/>
          </a:prstGeom>
          <a:noFill/>
          <a:ln/>
        </p:spPr>
        <p:txBody>
          <a:bodyPr wrap="square" lIns="0" tIns="0" rIns="0" bIns="0" rtlCol="0" anchor="t"/>
          <a:lstStyle/>
          <a:p>
            <a:pPr marL="0" indent="0" algn="l">
              <a:lnSpc>
                <a:spcPts val="1181"/>
              </a:lnSpc>
              <a:buNone/>
            </a:pPr>
            <a:r>
              <a:rPr lang="en-US" sz="800" dirty="0">
                <a:solidFill>
                  <a:srgbClr val="B8A9D9"/>
                </a:solidFill>
                <a:latin typeface="Carlito" pitchFamily="34" charset="0"/>
                <a:ea typeface="Carlito" pitchFamily="34" charset="-122"/>
                <a:cs typeface="Carlito" pitchFamily="34" charset="-120"/>
              </a:rPr>
              <a:t>Four menu options exposed through a switch statement in </a:t>
            </a:r>
            <a:r>
              <a:rPr lang="en-US" sz="800" dirty="0">
                <a:solidFill>
                  <a:srgbClr val="FF8EC7"/>
                </a:solidFill>
                <a:latin typeface="Courier New" pitchFamily="34" charset="0"/>
                <a:ea typeface="Courier New" pitchFamily="34" charset="-122"/>
                <a:cs typeface="Courier New" pitchFamily="34" charset="-120"/>
              </a:rPr>
              <a:t>main()</a:t>
            </a:r>
            <a:r>
              <a:rPr lang="en-US" sz="800" dirty="0">
                <a:solidFill>
                  <a:srgbClr val="B8A9D9"/>
                </a:solidFill>
                <a:latin typeface="Carlito" pitchFamily="34" charset="0"/>
                <a:ea typeface="Carlito" pitchFamily="34" charset="-122"/>
                <a:cs typeface="Carlito" pitchFamily="34" charset="-120"/>
              </a:rPr>
              <a:t> — covering playlist analysis, genre matrix, streak calculation, and exit. Powered by four core Java techniques.</a:t>
            </a:r>
            <a:endParaRPr lang="en-US" sz="800" dirty="0"/>
          </a:p>
        </p:txBody>
      </p:sp>
      <p:sp>
        <p:nvSpPr>
          <p:cNvPr id="11" name="Text 7"/>
          <p:cNvSpPr/>
          <p:nvPr/>
        </p:nvSpPr>
        <p:spPr>
          <a:xfrm>
            <a:off x="457200" y="1379413"/>
            <a:ext cx="8636000" cy="147590"/>
          </a:xfrm>
          <a:prstGeom prst="rect">
            <a:avLst/>
          </a:prstGeom>
          <a:noFill/>
          <a:ln/>
        </p:spPr>
        <p:txBody>
          <a:bodyPr wrap="none" lIns="0" tIns="0" rIns="0" bIns="0" rtlCol="0" anchor="t">
            <a:normAutofit/>
          </a:bodyPr>
          <a:lstStyle/>
          <a:p>
            <a:pPr marL="0" indent="0" algn="l">
              <a:lnSpc>
                <a:spcPts val="928"/>
              </a:lnSpc>
              <a:buNone/>
            </a:pPr>
            <a:r>
              <a:rPr lang="en-US" sz="800" kern="0" spc="136" dirty="0">
                <a:solidFill>
                  <a:srgbClr val="FF8EC7"/>
                </a:solidFill>
                <a:latin typeface="Courier New" pitchFamily="34" charset="0"/>
                <a:ea typeface="Courier New" pitchFamily="34" charset="-122"/>
                <a:cs typeface="Courier New" pitchFamily="34" charset="-120"/>
              </a:rPr>
              <a:t>MENU OPTIONS</a:t>
            </a:r>
            <a:endParaRPr lang="en-US" sz="800" dirty="0"/>
          </a:p>
        </p:txBody>
      </p:sp>
      <p:pic>
        <p:nvPicPr>
          <p:cNvPr id="12" name="Image 2" descr="preencoded.png"/>
          <p:cNvPicPr>
            <a:picLocks noChangeAspect="1"/>
          </p:cNvPicPr>
          <p:nvPr/>
        </p:nvPicPr>
        <p:blipFill>
          <a:blip r:embed="rId4"/>
          <a:stretch>
            <a:fillRect/>
          </a:stretch>
        </p:blipFill>
        <p:spPr>
          <a:xfrm>
            <a:off x="457200" y="1554435"/>
            <a:ext cx="1982391" cy="1200150"/>
          </a:xfrm>
          <a:prstGeom prst="rect">
            <a:avLst/>
          </a:prstGeom>
        </p:spPr>
      </p:pic>
      <p:sp>
        <p:nvSpPr>
          <p:cNvPr id="13" name="Text 8"/>
          <p:cNvSpPr/>
          <p:nvPr/>
        </p:nvSpPr>
        <p:spPr>
          <a:xfrm>
            <a:off x="460772" y="1558007"/>
            <a:ext cx="1975247" cy="1193006"/>
          </a:xfrm>
          <a:prstGeom prst="roundRect">
            <a:avLst>
              <a:gd name="adj" fmla="val 11178"/>
            </a:avLst>
          </a:prstGeom>
          <a:noFill/>
          <a:ln w="7144">
            <a:solidFill>
              <a:srgbClr val="FF3D8B"/>
            </a:solidFill>
            <a:prstDash val="solid"/>
          </a:ln>
        </p:spPr>
        <p:txBody>
          <a:bodyPr wrap="square" rtlCol="0" anchor="ctr"/>
          <a:lstStyle/>
          <a:p>
            <a:pPr marL="0" indent="0">
              <a:buNone/>
            </a:pPr>
            <a:endParaRPr lang="en-US" dirty="0"/>
          </a:p>
        </p:txBody>
      </p:sp>
      <p:sp>
        <p:nvSpPr>
          <p:cNvPr id="14" name="Text 9"/>
          <p:cNvSpPr/>
          <p:nvPr/>
        </p:nvSpPr>
        <p:spPr>
          <a:xfrm>
            <a:off x="2141417" y="1622730"/>
            <a:ext cx="216278" cy="192024"/>
          </a:xfrm>
          <a:prstGeom prst="roundRect">
            <a:avLst>
              <a:gd name="adj" fmla="val 29762"/>
            </a:avLst>
          </a:prstGeom>
          <a:solidFill>
            <a:srgbClr val="FF3D8B">
              <a:alpha val="8000"/>
            </a:srgbClr>
          </a:solidFill>
          <a:ln w="7144">
            <a:solidFill>
              <a:srgbClr val="FF3D8B"/>
            </a:solidFill>
            <a:prstDash val="solid"/>
          </a:ln>
        </p:spPr>
        <p:txBody>
          <a:bodyPr wrap="square" rtlCol="0" anchor="ctr"/>
          <a:lstStyle/>
          <a:p>
            <a:pPr marL="0" indent="0">
              <a:buNone/>
            </a:pPr>
            <a:endParaRPr lang="en-US" dirty="0"/>
          </a:p>
        </p:txBody>
      </p:sp>
      <p:sp>
        <p:nvSpPr>
          <p:cNvPr id="15" name="Text 10"/>
          <p:cNvSpPr/>
          <p:nvPr/>
        </p:nvSpPr>
        <p:spPr>
          <a:xfrm>
            <a:off x="2138102" y="1633017"/>
            <a:ext cx="194332" cy="171450"/>
          </a:xfrm>
          <a:prstGeom prst="rect">
            <a:avLst/>
          </a:prstGeom>
          <a:noFill/>
          <a:ln/>
        </p:spPr>
        <p:txBody>
          <a:bodyPr wrap="none" lIns="0" tIns="0" rIns="0" bIns="0" rtlCol="0" anchor="ctr"/>
          <a:lstStyle/>
          <a:p>
            <a:pPr marL="0" indent="0" algn="ctr">
              <a:lnSpc>
                <a:spcPts val="1013"/>
              </a:lnSpc>
              <a:buNone/>
            </a:pPr>
            <a:r>
              <a:rPr lang="en-US" sz="800" b="1" kern="0" spc="34" dirty="0">
                <a:solidFill>
                  <a:srgbClr val="FF8EC7"/>
                </a:solidFill>
                <a:latin typeface="Liberation Sans Narrow" pitchFamily="34" charset="0"/>
                <a:ea typeface="Liberation Sans Narrow" pitchFamily="34" charset="-122"/>
                <a:cs typeface="Liberation Sans Narrow" pitchFamily="34" charset="-120"/>
              </a:rPr>
              <a:t>01</a:t>
            </a:r>
            <a:endParaRPr lang="en-US" sz="800" dirty="0"/>
          </a:p>
        </p:txBody>
      </p:sp>
      <p:pic>
        <p:nvPicPr>
          <p:cNvPr id="16" name="Image 3" descr="preencoded.png"/>
          <p:cNvPicPr>
            <a:picLocks noChangeAspect="1"/>
          </p:cNvPicPr>
          <p:nvPr/>
        </p:nvPicPr>
        <p:blipFill>
          <a:blip r:embed="rId5"/>
          <a:stretch>
            <a:fillRect/>
          </a:stretch>
        </p:blipFill>
        <p:spPr>
          <a:xfrm>
            <a:off x="564356" y="1661592"/>
            <a:ext cx="242888" cy="242888"/>
          </a:xfrm>
          <a:prstGeom prst="rect">
            <a:avLst/>
          </a:prstGeom>
        </p:spPr>
      </p:pic>
      <p:sp>
        <p:nvSpPr>
          <p:cNvPr id="17" name="Text 11"/>
          <p:cNvSpPr/>
          <p:nvPr/>
        </p:nvSpPr>
        <p:spPr>
          <a:xfrm>
            <a:off x="592574" y="1689809"/>
            <a:ext cx="186452" cy="186452"/>
          </a:xfrm>
          <a:prstGeom prst="rect">
            <a:avLst/>
          </a:prstGeom>
          <a:noFill/>
          <a:ln/>
        </p:spPr>
        <p:txBody>
          <a:bodyPr wrap="none" lIns="0" tIns="0" rIns="0" bIns="0" rtlCol="0" anchor="ctr"/>
          <a:lstStyle/>
          <a:p>
            <a:pPr marL="0" indent="0" algn="ctr">
              <a:buNone/>
            </a:pPr>
            <a:r>
              <a:rPr lang="en-US" sz="1266" dirty="0">
                <a:solidFill>
                  <a:srgbClr val="1A0E2E"/>
                </a:solidFill>
                <a:latin typeface="Segoe UI Symbol" pitchFamily="34" charset="0"/>
                <a:ea typeface="Segoe UI Symbol" pitchFamily="34" charset="-122"/>
                <a:cs typeface="Segoe UI Symbol" pitchFamily="34" charset="-120"/>
              </a:rPr>
              <a:t>▦</a:t>
            </a:r>
            <a:endParaRPr lang="en-US" sz="1266" dirty="0"/>
          </a:p>
        </p:txBody>
      </p:sp>
      <p:sp>
        <p:nvSpPr>
          <p:cNvPr id="18" name="Text 12"/>
          <p:cNvSpPr/>
          <p:nvPr/>
        </p:nvSpPr>
        <p:spPr>
          <a:xfrm>
            <a:off x="564356" y="1990204"/>
            <a:ext cx="1768078" cy="144661"/>
          </a:xfrm>
          <a:prstGeom prst="rect">
            <a:avLst/>
          </a:prstGeom>
          <a:noFill/>
          <a:ln/>
        </p:spPr>
        <p:txBody>
          <a:bodyPr wrap="none" lIns="0" tIns="0" rIns="0" bIns="0" rtlCol="0" anchor="t"/>
          <a:lstStyle/>
          <a:p>
            <a:pPr marL="0" indent="0" algn="l">
              <a:lnSpc>
                <a:spcPts val="1055"/>
              </a:lnSpc>
              <a:buNone/>
            </a:pPr>
            <a:r>
              <a:rPr lang="en-US" sz="844" dirty="0">
                <a:solidFill>
                  <a:srgbClr val="F3EAFE"/>
                </a:solidFill>
                <a:latin typeface="Carlito" pitchFamily="34" charset="0"/>
                <a:ea typeface="Carlito" pitchFamily="34" charset="-122"/>
                <a:cs typeface="Carlito" pitchFamily="34" charset="-120"/>
              </a:rPr>
              <a:t>Analyze Play Counts</a:t>
            </a:r>
            <a:endParaRPr lang="en-US" sz="844" dirty="0"/>
          </a:p>
        </p:txBody>
      </p:sp>
      <p:sp>
        <p:nvSpPr>
          <p:cNvPr id="19" name="Text 13"/>
          <p:cNvSpPr/>
          <p:nvPr/>
        </p:nvSpPr>
        <p:spPr>
          <a:xfrm>
            <a:off x="564356" y="2209874"/>
            <a:ext cx="1768078" cy="318040"/>
          </a:xfrm>
          <a:prstGeom prst="rect">
            <a:avLst/>
          </a:prstGeom>
          <a:noFill/>
          <a:ln/>
        </p:spPr>
        <p:txBody>
          <a:bodyPr wrap="square" lIns="0" tIns="0" rIns="0" bIns="0" rtlCol="0" anchor="t"/>
          <a:lstStyle/>
          <a:p>
            <a:pPr marL="0" indent="0" algn="l">
              <a:lnSpc>
                <a:spcPts val="979"/>
              </a:lnSpc>
              <a:buNone/>
            </a:pPr>
            <a:r>
              <a:rPr lang="en-US" sz="800" dirty="0">
                <a:solidFill>
                  <a:srgbClr val="B8A9D9"/>
                </a:solidFill>
                <a:latin typeface="Carlito" pitchFamily="34" charset="0"/>
                <a:ea typeface="Carlito" pitchFamily="34" charset="-122"/>
                <a:cs typeface="Carlito" pitchFamily="34" charset="-120"/>
              </a:rPr>
              <a:t>Read N track play counts into a 1D array, sum the total, and find the most-played track.</a:t>
            </a:r>
            <a:endParaRPr lang="en-US" sz="800" dirty="0"/>
          </a:p>
        </p:txBody>
      </p:sp>
      <p:pic>
        <p:nvPicPr>
          <p:cNvPr id="20" name="Image 4" descr="preencoded.png"/>
          <p:cNvPicPr>
            <a:picLocks noChangeAspect="1"/>
          </p:cNvPicPr>
          <p:nvPr/>
        </p:nvPicPr>
        <p:blipFill>
          <a:blip r:embed="rId4"/>
          <a:stretch>
            <a:fillRect/>
          </a:stretch>
        </p:blipFill>
        <p:spPr>
          <a:xfrm>
            <a:off x="2539603" y="1554435"/>
            <a:ext cx="1982391" cy="1200150"/>
          </a:xfrm>
          <a:prstGeom prst="rect">
            <a:avLst/>
          </a:prstGeom>
        </p:spPr>
      </p:pic>
      <p:sp>
        <p:nvSpPr>
          <p:cNvPr id="21" name="Text 14"/>
          <p:cNvSpPr/>
          <p:nvPr/>
        </p:nvSpPr>
        <p:spPr>
          <a:xfrm>
            <a:off x="2543175" y="1558007"/>
            <a:ext cx="1975247" cy="1193006"/>
          </a:xfrm>
          <a:prstGeom prst="roundRect">
            <a:avLst>
              <a:gd name="adj" fmla="val 11178"/>
            </a:avLst>
          </a:prstGeom>
          <a:noFill/>
          <a:ln w="7144">
            <a:solidFill>
              <a:srgbClr val="FF3D8B"/>
            </a:solidFill>
            <a:prstDash val="solid"/>
          </a:ln>
        </p:spPr>
        <p:txBody>
          <a:bodyPr wrap="square" rtlCol="0" anchor="ctr"/>
          <a:lstStyle/>
          <a:p>
            <a:pPr marL="0" indent="0">
              <a:buNone/>
            </a:pPr>
            <a:endParaRPr lang="en-US" dirty="0"/>
          </a:p>
        </p:txBody>
      </p:sp>
      <p:sp>
        <p:nvSpPr>
          <p:cNvPr id="22" name="Text 15"/>
          <p:cNvSpPr/>
          <p:nvPr/>
        </p:nvSpPr>
        <p:spPr>
          <a:xfrm>
            <a:off x="4223820" y="1622730"/>
            <a:ext cx="216278" cy="192024"/>
          </a:xfrm>
          <a:prstGeom prst="roundRect">
            <a:avLst>
              <a:gd name="adj" fmla="val 29762"/>
            </a:avLst>
          </a:prstGeom>
          <a:solidFill>
            <a:srgbClr val="FF3D8B">
              <a:alpha val="8000"/>
            </a:srgbClr>
          </a:solidFill>
          <a:ln w="7144">
            <a:solidFill>
              <a:srgbClr val="FF3D8B"/>
            </a:solidFill>
            <a:prstDash val="solid"/>
          </a:ln>
        </p:spPr>
        <p:txBody>
          <a:bodyPr wrap="square" rtlCol="0" anchor="ctr"/>
          <a:lstStyle/>
          <a:p>
            <a:pPr marL="0" indent="0">
              <a:buNone/>
            </a:pPr>
            <a:endParaRPr lang="en-US" dirty="0"/>
          </a:p>
        </p:txBody>
      </p:sp>
      <p:sp>
        <p:nvSpPr>
          <p:cNvPr id="23" name="Text 16"/>
          <p:cNvSpPr/>
          <p:nvPr/>
        </p:nvSpPr>
        <p:spPr>
          <a:xfrm>
            <a:off x="4220505" y="1633017"/>
            <a:ext cx="194332" cy="171450"/>
          </a:xfrm>
          <a:prstGeom prst="rect">
            <a:avLst/>
          </a:prstGeom>
          <a:noFill/>
          <a:ln/>
        </p:spPr>
        <p:txBody>
          <a:bodyPr wrap="none" lIns="0" tIns="0" rIns="0" bIns="0" rtlCol="0" anchor="ctr"/>
          <a:lstStyle/>
          <a:p>
            <a:pPr marL="0" indent="0" algn="ctr">
              <a:lnSpc>
                <a:spcPts val="1013"/>
              </a:lnSpc>
              <a:buNone/>
            </a:pPr>
            <a:r>
              <a:rPr lang="en-US" sz="800" b="1" kern="0" spc="34" dirty="0">
                <a:solidFill>
                  <a:srgbClr val="FF8EC7"/>
                </a:solidFill>
                <a:latin typeface="Liberation Sans Narrow" pitchFamily="34" charset="0"/>
                <a:ea typeface="Liberation Sans Narrow" pitchFamily="34" charset="-122"/>
                <a:cs typeface="Liberation Sans Narrow" pitchFamily="34" charset="-120"/>
              </a:rPr>
              <a:t>02</a:t>
            </a:r>
            <a:endParaRPr lang="en-US" sz="800" dirty="0"/>
          </a:p>
        </p:txBody>
      </p:sp>
      <p:pic>
        <p:nvPicPr>
          <p:cNvPr id="24" name="Image 5" descr="preencoded.png"/>
          <p:cNvPicPr>
            <a:picLocks noChangeAspect="1"/>
          </p:cNvPicPr>
          <p:nvPr/>
        </p:nvPicPr>
        <p:blipFill>
          <a:blip r:embed="rId5"/>
          <a:stretch>
            <a:fillRect/>
          </a:stretch>
        </p:blipFill>
        <p:spPr>
          <a:xfrm>
            <a:off x="2646759" y="1661592"/>
            <a:ext cx="242888" cy="242888"/>
          </a:xfrm>
          <a:prstGeom prst="rect">
            <a:avLst/>
          </a:prstGeom>
        </p:spPr>
      </p:pic>
      <p:sp>
        <p:nvSpPr>
          <p:cNvPr id="25" name="Text 17"/>
          <p:cNvSpPr/>
          <p:nvPr/>
        </p:nvSpPr>
        <p:spPr>
          <a:xfrm>
            <a:off x="2674977" y="1689809"/>
            <a:ext cx="186452" cy="186452"/>
          </a:xfrm>
          <a:prstGeom prst="rect">
            <a:avLst/>
          </a:prstGeom>
          <a:noFill/>
          <a:ln/>
        </p:spPr>
        <p:txBody>
          <a:bodyPr wrap="none" lIns="0" tIns="0" rIns="0" bIns="0" rtlCol="0" anchor="ctr"/>
          <a:lstStyle/>
          <a:p>
            <a:pPr marL="0" indent="0" algn="ctr">
              <a:buNone/>
            </a:pPr>
            <a:r>
              <a:rPr lang="en-US" sz="1266" dirty="0">
                <a:solidFill>
                  <a:srgbClr val="1A0E2E"/>
                </a:solidFill>
                <a:latin typeface="Segoe UI Symbol" pitchFamily="34" charset="0"/>
                <a:ea typeface="Segoe UI Symbol" pitchFamily="34" charset="-122"/>
                <a:cs typeface="Segoe UI Symbol" pitchFamily="34" charset="-120"/>
              </a:rPr>
              <a:t>▦</a:t>
            </a:r>
            <a:endParaRPr lang="en-US" sz="1266" dirty="0"/>
          </a:p>
        </p:txBody>
      </p:sp>
      <p:sp>
        <p:nvSpPr>
          <p:cNvPr id="26" name="Text 18"/>
          <p:cNvSpPr/>
          <p:nvPr/>
        </p:nvSpPr>
        <p:spPr>
          <a:xfrm>
            <a:off x="2646759" y="1990204"/>
            <a:ext cx="1768078" cy="144661"/>
          </a:xfrm>
          <a:prstGeom prst="rect">
            <a:avLst/>
          </a:prstGeom>
          <a:noFill/>
          <a:ln/>
        </p:spPr>
        <p:txBody>
          <a:bodyPr wrap="none" lIns="0" tIns="0" rIns="0" bIns="0" rtlCol="0" anchor="t"/>
          <a:lstStyle/>
          <a:p>
            <a:pPr marL="0" indent="0" algn="l">
              <a:lnSpc>
                <a:spcPts val="1055"/>
              </a:lnSpc>
              <a:buNone/>
            </a:pPr>
            <a:r>
              <a:rPr lang="en-US" sz="844" dirty="0">
                <a:solidFill>
                  <a:srgbClr val="F3EAFE"/>
                </a:solidFill>
                <a:latin typeface="Carlito" pitchFamily="34" charset="0"/>
                <a:ea typeface="Carlito" pitchFamily="34" charset="-122"/>
                <a:cs typeface="Carlito" pitchFamily="34" charset="-120"/>
              </a:rPr>
              <a:t>Genre Breakdown Matrix</a:t>
            </a:r>
            <a:endParaRPr lang="en-US" sz="844" dirty="0"/>
          </a:p>
        </p:txBody>
      </p:sp>
      <p:sp>
        <p:nvSpPr>
          <p:cNvPr id="27" name="Text 19"/>
          <p:cNvSpPr/>
          <p:nvPr/>
        </p:nvSpPr>
        <p:spPr>
          <a:xfrm>
            <a:off x="2646759" y="2209874"/>
            <a:ext cx="1768078" cy="437555"/>
          </a:xfrm>
          <a:prstGeom prst="rect">
            <a:avLst/>
          </a:prstGeom>
          <a:noFill/>
          <a:ln/>
        </p:spPr>
        <p:txBody>
          <a:bodyPr wrap="square" lIns="0" tIns="0" rIns="0" bIns="0" rtlCol="0" anchor="t"/>
          <a:lstStyle/>
          <a:p>
            <a:pPr marL="0" indent="0" algn="l">
              <a:lnSpc>
                <a:spcPts val="979"/>
              </a:lnSpc>
              <a:buNone/>
            </a:pPr>
            <a:r>
              <a:rPr lang="en-US" sz="800" dirty="0">
                <a:solidFill>
                  <a:srgbClr val="B8A9D9"/>
                </a:solidFill>
                <a:latin typeface="Carlito" pitchFamily="34" charset="0"/>
                <a:ea typeface="Carlito" pitchFamily="34" charset="-122"/>
                <a:cs typeface="Carlito" pitchFamily="34" charset="-120"/>
              </a:rPr>
              <a:t>Build a 4×3 2D matrix of weekly streams across Pop, Rock, and Hip-Hop; compute per-genre totals.</a:t>
            </a:r>
            <a:endParaRPr lang="en-US" sz="800" dirty="0"/>
          </a:p>
        </p:txBody>
      </p:sp>
      <p:pic>
        <p:nvPicPr>
          <p:cNvPr id="28" name="Image 6" descr="preencoded.png"/>
          <p:cNvPicPr>
            <a:picLocks noChangeAspect="1"/>
          </p:cNvPicPr>
          <p:nvPr/>
        </p:nvPicPr>
        <p:blipFill>
          <a:blip r:embed="rId4"/>
          <a:stretch>
            <a:fillRect/>
          </a:stretch>
        </p:blipFill>
        <p:spPr>
          <a:xfrm>
            <a:off x="4622006" y="1554435"/>
            <a:ext cx="1982391" cy="1200150"/>
          </a:xfrm>
          <a:prstGeom prst="rect">
            <a:avLst/>
          </a:prstGeom>
        </p:spPr>
      </p:pic>
      <p:sp>
        <p:nvSpPr>
          <p:cNvPr id="29" name="Text 20"/>
          <p:cNvSpPr/>
          <p:nvPr/>
        </p:nvSpPr>
        <p:spPr>
          <a:xfrm>
            <a:off x="4625578" y="1558007"/>
            <a:ext cx="1975247" cy="1193006"/>
          </a:xfrm>
          <a:prstGeom prst="roundRect">
            <a:avLst>
              <a:gd name="adj" fmla="val 11178"/>
            </a:avLst>
          </a:prstGeom>
          <a:noFill/>
          <a:ln w="7144">
            <a:solidFill>
              <a:srgbClr val="FF3D8B"/>
            </a:solidFill>
            <a:prstDash val="solid"/>
          </a:ln>
        </p:spPr>
        <p:txBody>
          <a:bodyPr wrap="square" rtlCol="0" anchor="ctr"/>
          <a:lstStyle/>
          <a:p>
            <a:pPr marL="0" indent="0">
              <a:buNone/>
            </a:pPr>
            <a:endParaRPr lang="en-US" dirty="0"/>
          </a:p>
        </p:txBody>
      </p:sp>
      <p:sp>
        <p:nvSpPr>
          <p:cNvPr id="30" name="Text 21"/>
          <p:cNvSpPr/>
          <p:nvPr/>
        </p:nvSpPr>
        <p:spPr>
          <a:xfrm>
            <a:off x="6306223" y="1622730"/>
            <a:ext cx="216278" cy="192024"/>
          </a:xfrm>
          <a:prstGeom prst="roundRect">
            <a:avLst>
              <a:gd name="adj" fmla="val 29762"/>
            </a:avLst>
          </a:prstGeom>
          <a:solidFill>
            <a:srgbClr val="FF3D8B">
              <a:alpha val="8000"/>
            </a:srgbClr>
          </a:solidFill>
          <a:ln w="7144">
            <a:solidFill>
              <a:srgbClr val="FF3D8B"/>
            </a:solidFill>
            <a:prstDash val="solid"/>
          </a:ln>
        </p:spPr>
        <p:txBody>
          <a:bodyPr wrap="square" rtlCol="0" anchor="ctr"/>
          <a:lstStyle/>
          <a:p>
            <a:pPr marL="0" indent="0">
              <a:buNone/>
            </a:pPr>
            <a:endParaRPr lang="en-US" dirty="0"/>
          </a:p>
        </p:txBody>
      </p:sp>
      <p:sp>
        <p:nvSpPr>
          <p:cNvPr id="31" name="Text 22"/>
          <p:cNvSpPr/>
          <p:nvPr/>
        </p:nvSpPr>
        <p:spPr>
          <a:xfrm>
            <a:off x="6302908" y="1633017"/>
            <a:ext cx="194332" cy="171450"/>
          </a:xfrm>
          <a:prstGeom prst="rect">
            <a:avLst/>
          </a:prstGeom>
          <a:noFill/>
          <a:ln/>
        </p:spPr>
        <p:txBody>
          <a:bodyPr wrap="none" lIns="0" tIns="0" rIns="0" bIns="0" rtlCol="0" anchor="ctr"/>
          <a:lstStyle/>
          <a:p>
            <a:pPr marL="0" indent="0" algn="ctr">
              <a:lnSpc>
                <a:spcPts val="1013"/>
              </a:lnSpc>
              <a:buNone/>
            </a:pPr>
            <a:r>
              <a:rPr lang="en-US" sz="800" b="1" kern="0" spc="34" dirty="0">
                <a:solidFill>
                  <a:srgbClr val="FF8EC7"/>
                </a:solidFill>
                <a:latin typeface="Liberation Sans Narrow" pitchFamily="34" charset="0"/>
                <a:ea typeface="Liberation Sans Narrow" pitchFamily="34" charset="-122"/>
                <a:cs typeface="Liberation Sans Narrow" pitchFamily="34" charset="-120"/>
              </a:rPr>
              <a:t>03</a:t>
            </a:r>
            <a:endParaRPr lang="en-US" sz="800" dirty="0"/>
          </a:p>
        </p:txBody>
      </p:sp>
      <p:pic>
        <p:nvPicPr>
          <p:cNvPr id="32" name="Image 7" descr="preencoded.png"/>
          <p:cNvPicPr>
            <a:picLocks noChangeAspect="1"/>
          </p:cNvPicPr>
          <p:nvPr/>
        </p:nvPicPr>
        <p:blipFill>
          <a:blip r:embed="rId5"/>
          <a:stretch>
            <a:fillRect/>
          </a:stretch>
        </p:blipFill>
        <p:spPr>
          <a:xfrm>
            <a:off x="4729163" y="1661592"/>
            <a:ext cx="242888" cy="242888"/>
          </a:xfrm>
          <a:prstGeom prst="rect">
            <a:avLst/>
          </a:prstGeom>
        </p:spPr>
      </p:pic>
      <p:sp>
        <p:nvSpPr>
          <p:cNvPr id="33" name="Text 23"/>
          <p:cNvSpPr/>
          <p:nvPr/>
        </p:nvSpPr>
        <p:spPr>
          <a:xfrm>
            <a:off x="4757380" y="1689809"/>
            <a:ext cx="186452" cy="186452"/>
          </a:xfrm>
          <a:prstGeom prst="rect">
            <a:avLst/>
          </a:prstGeom>
          <a:noFill/>
          <a:ln/>
        </p:spPr>
        <p:txBody>
          <a:bodyPr wrap="none" lIns="0" tIns="0" rIns="0" bIns="0" rtlCol="0" anchor="ctr"/>
          <a:lstStyle/>
          <a:p>
            <a:pPr marL="0" indent="0" algn="ctr">
              <a:buNone/>
            </a:pPr>
            <a:r>
              <a:rPr lang="en-US" sz="1266" dirty="0">
                <a:solidFill>
                  <a:srgbClr val="1A0E2E"/>
                </a:solidFill>
                <a:latin typeface="Segoe UI Symbol" pitchFamily="34" charset="0"/>
                <a:ea typeface="Segoe UI Symbol" pitchFamily="34" charset="-122"/>
                <a:cs typeface="Segoe UI Symbol" pitchFamily="34" charset="-120"/>
              </a:rPr>
              <a:t>✦</a:t>
            </a:r>
            <a:endParaRPr lang="en-US" sz="1266" dirty="0"/>
          </a:p>
        </p:txBody>
      </p:sp>
      <p:sp>
        <p:nvSpPr>
          <p:cNvPr id="34" name="Text 24"/>
          <p:cNvSpPr/>
          <p:nvPr/>
        </p:nvSpPr>
        <p:spPr>
          <a:xfrm>
            <a:off x="4729163" y="1990204"/>
            <a:ext cx="1768078" cy="144661"/>
          </a:xfrm>
          <a:prstGeom prst="rect">
            <a:avLst/>
          </a:prstGeom>
          <a:noFill/>
          <a:ln/>
        </p:spPr>
        <p:txBody>
          <a:bodyPr wrap="none" lIns="0" tIns="0" rIns="0" bIns="0" rtlCol="0" anchor="t"/>
          <a:lstStyle/>
          <a:p>
            <a:pPr marL="0" indent="0" algn="l">
              <a:lnSpc>
                <a:spcPts val="1055"/>
              </a:lnSpc>
              <a:buNone/>
            </a:pPr>
            <a:r>
              <a:rPr lang="en-US" sz="844" dirty="0">
                <a:solidFill>
                  <a:srgbClr val="F3EAFE"/>
                </a:solidFill>
                <a:latin typeface="Carlito" pitchFamily="34" charset="0"/>
                <a:ea typeface="Carlito" pitchFamily="34" charset="-122"/>
                <a:cs typeface="Carlito" pitchFamily="34" charset="-120"/>
              </a:rPr>
              <a:t>Superfan Streak</a:t>
            </a:r>
            <a:endParaRPr lang="en-US" sz="844" dirty="0"/>
          </a:p>
        </p:txBody>
      </p:sp>
      <p:sp>
        <p:nvSpPr>
          <p:cNvPr id="35" name="Text 25"/>
          <p:cNvSpPr/>
          <p:nvPr/>
        </p:nvSpPr>
        <p:spPr>
          <a:xfrm>
            <a:off x="4729163" y="2209874"/>
            <a:ext cx="1768078" cy="437555"/>
          </a:xfrm>
          <a:prstGeom prst="rect">
            <a:avLst/>
          </a:prstGeom>
          <a:noFill/>
          <a:ln/>
        </p:spPr>
        <p:txBody>
          <a:bodyPr wrap="square" lIns="0" tIns="0" rIns="0" bIns="0" rtlCol="0" anchor="t"/>
          <a:lstStyle/>
          <a:p>
            <a:pPr marL="0" indent="0" algn="l">
              <a:lnSpc>
                <a:spcPts val="979"/>
              </a:lnSpc>
              <a:buNone/>
            </a:pPr>
            <a:r>
              <a:rPr lang="en-US" sz="800" dirty="0">
                <a:solidFill>
                  <a:srgbClr val="B8A9D9"/>
                </a:solidFill>
                <a:latin typeface="Carlito" pitchFamily="34" charset="0"/>
                <a:ea typeface="Carlito" pitchFamily="34" charset="-122"/>
                <a:cs typeface="Carlito" pitchFamily="34" charset="-120"/>
              </a:rPr>
              <a:t>Take a consecutive-days streak and compute the Superfan Multiplier via a recursive factorial.</a:t>
            </a:r>
            <a:endParaRPr lang="en-US" sz="800" dirty="0"/>
          </a:p>
        </p:txBody>
      </p:sp>
      <p:pic>
        <p:nvPicPr>
          <p:cNvPr id="36" name="Image 8" descr="preencoded.png"/>
          <p:cNvPicPr>
            <a:picLocks noChangeAspect="1"/>
          </p:cNvPicPr>
          <p:nvPr/>
        </p:nvPicPr>
        <p:blipFill>
          <a:blip r:embed="rId4"/>
          <a:stretch>
            <a:fillRect/>
          </a:stretch>
        </p:blipFill>
        <p:spPr>
          <a:xfrm>
            <a:off x="6704409" y="1554435"/>
            <a:ext cx="1982391" cy="1200150"/>
          </a:xfrm>
          <a:prstGeom prst="rect">
            <a:avLst/>
          </a:prstGeom>
        </p:spPr>
      </p:pic>
      <p:sp>
        <p:nvSpPr>
          <p:cNvPr id="37" name="Text 26"/>
          <p:cNvSpPr/>
          <p:nvPr/>
        </p:nvSpPr>
        <p:spPr>
          <a:xfrm>
            <a:off x="6707981" y="1558007"/>
            <a:ext cx="1975247" cy="1193006"/>
          </a:xfrm>
          <a:prstGeom prst="roundRect">
            <a:avLst>
              <a:gd name="adj" fmla="val 11178"/>
            </a:avLst>
          </a:prstGeom>
          <a:noFill/>
          <a:ln w="7144">
            <a:solidFill>
              <a:srgbClr val="FF3D8B"/>
            </a:solidFill>
            <a:prstDash val="solid"/>
          </a:ln>
        </p:spPr>
        <p:txBody>
          <a:bodyPr wrap="square" rtlCol="0" anchor="ctr"/>
          <a:lstStyle/>
          <a:p>
            <a:pPr marL="0" indent="0">
              <a:buNone/>
            </a:pPr>
            <a:endParaRPr lang="en-US" dirty="0"/>
          </a:p>
        </p:txBody>
      </p:sp>
      <p:sp>
        <p:nvSpPr>
          <p:cNvPr id="38" name="Text 27"/>
          <p:cNvSpPr/>
          <p:nvPr/>
        </p:nvSpPr>
        <p:spPr>
          <a:xfrm>
            <a:off x="8388626" y="1622730"/>
            <a:ext cx="216278" cy="192024"/>
          </a:xfrm>
          <a:prstGeom prst="roundRect">
            <a:avLst>
              <a:gd name="adj" fmla="val 29762"/>
            </a:avLst>
          </a:prstGeom>
          <a:solidFill>
            <a:srgbClr val="FF3D8B">
              <a:alpha val="8000"/>
            </a:srgbClr>
          </a:solidFill>
          <a:ln w="7144">
            <a:solidFill>
              <a:srgbClr val="FF3D8B"/>
            </a:solidFill>
            <a:prstDash val="solid"/>
          </a:ln>
        </p:spPr>
        <p:txBody>
          <a:bodyPr wrap="square" rtlCol="0" anchor="ctr"/>
          <a:lstStyle/>
          <a:p>
            <a:pPr marL="0" indent="0">
              <a:buNone/>
            </a:pPr>
            <a:endParaRPr lang="en-US" dirty="0"/>
          </a:p>
        </p:txBody>
      </p:sp>
      <p:sp>
        <p:nvSpPr>
          <p:cNvPr id="39" name="Text 28"/>
          <p:cNvSpPr/>
          <p:nvPr/>
        </p:nvSpPr>
        <p:spPr>
          <a:xfrm>
            <a:off x="8385311" y="1633017"/>
            <a:ext cx="194332" cy="171450"/>
          </a:xfrm>
          <a:prstGeom prst="rect">
            <a:avLst/>
          </a:prstGeom>
          <a:noFill/>
          <a:ln/>
        </p:spPr>
        <p:txBody>
          <a:bodyPr wrap="none" lIns="0" tIns="0" rIns="0" bIns="0" rtlCol="0" anchor="ctr"/>
          <a:lstStyle/>
          <a:p>
            <a:pPr marL="0" indent="0" algn="ctr">
              <a:lnSpc>
                <a:spcPts val="1013"/>
              </a:lnSpc>
              <a:buNone/>
            </a:pPr>
            <a:r>
              <a:rPr lang="en-US" sz="800" b="1" kern="0" spc="34" dirty="0">
                <a:solidFill>
                  <a:srgbClr val="FF8EC7"/>
                </a:solidFill>
                <a:latin typeface="Liberation Sans Narrow" pitchFamily="34" charset="0"/>
                <a:ea typeface="Liberation Sans Narrow" pitchFamily="34" charset="-122"/>
                <a:cs typeface="Liberation Sans Narrow" pitchFamily="34" charset="-120"/>
              </a:rPr>
              <a:t>04</a:t>
            </a:r>
            <a:endParaRPr lang="en-US" sz="800" dirty="0"/>
          </a:p>
        </p:txBody>
      </p:sp>
      <p:pic>
        <p:nvPicPr>
          <p:cNvPr id="40" name="Image 9" descr="preencoded.png"/>
          <p:cNvPicPr>
            <a:picLocks noChangeAspect="1"/>
          </p:cNvPicPr>
          <p:nvPr/>
        </p:nvPicPr>
        <p:blipFill>
          <a:blip r:embed="rId5"/>
          <a:stretch>
            <a:fillRect/>
          </a:stretch>
        </p:blipFill>
        <p:spPr>
          <a:xfrm>
            <a:off x="6811566" y="1661592"/>
            <a:ext cx="242888" cy="242888"/>
          </a:xfrm>
          <a:prstGeom prst="rect">
            <a:avLst/>
          </a:prstGeom>
        </p:spPr>
      </p:pic>
      <p:sp>
        <p:nvSpPr>
          <p:cNvPr id="41" name="Text 29"/>
          <p:cNvSpPr/>
          <p:nvPr/>
        </p:nvSpPr>
        <p:spPr>
          <a:xfrm>
            <a:off x="6839783" y="1689809"/>
            <a:ext cx="186452" cy="186452"/>
          </a:xfrm>
          <a:prstGeom prst="rect">
            <a:avLst/>
          </a:prstGeom>
          <a:noFill/>
          <a:ln/>
        </p:spPr>
        <p:txBody>
          <a:bodyPr wrap="none" lIns="0" tIns="0" rIns="0" bIns="0" rtlCol="0" anchor="ctr"/>
          <a:lstStyle/>
          <a:p>
            <a:pPr marL="0" indent="0" algn="ctr">
              <a:buNone/>
            </a:pPr>
            <a:r>
              <a:rPr lang="en-US" sz="1266" dirty="0">
                <a:solidFill>
                  <a:srgbClr val="1A0E2E"/>
                </a:solidFill>
                <a:latin typeface="Segoe UI Symbol" pitchFamily="34" charset="0"/>
                <a:ea typeface="Segoe UI Symbol" pitchFamily="34" charset="-122"/>
                <a:cs typeface="Segoe UI Symbol" pitchFamily="34" charset="-120"/>
              </a:rPr>
              <a:t>⏻</a:t>
            </a:r>
            <a:endParaRPr lang="en-US" sz="1266" dirty="0"/>
          </a:p>
        </p:txBody>
      </p:sp>
      <p:sp>
        <p:nvSpPr>
          <p:cNvPr id="42" name="Text 30"/>
          <p:cNvSpPr/>
          <p:nvPr/>
        </p:nvSpPr>
        <p:spPr>
          <a:xfrm>
            <a:off x="6811566" y="1990204"/>
            <a:ext cx="1768078" cy="144661"/>
          </a:xfrm>
          <a:prstGeom prst="rect">
            <a:avLst/>
          </a:prstGeom>
          <a:noFill/>
          <a:ln/>
        </p:spPr>
        <p:txBody>
          <a:bodyPr wrap="none" lIns="0" tIns="0" rIns="0" bIns="0" rtlCol="0" anchor="t"/>
          <a:lstStyle/>
          <a:p>
            <a:pPr marL="0" indent="0" algn="l">
              <a:lnSpc>
                <a:spcPts val="1055"/>
              </a:lnSpc>
              <a:buNone/>
            </a:pPr>
            <a:r>
              <a:rPr lang="en-US" sz="844" dirty="0">
                <a:solidFill>
                  <a:srgbClr val="F3EAFE"/>
                </a:solidFill>
                <a:latin typeface="Carlito" pitchFamily="34" charset="0"/>
                <a:ea typeface="Carlito" pitchFamily="34" charset="-122"/>
                <a:cs typeface="Carlito" pitchFamily="34" charset="-120"/>
              </a:rPr>
              <a:t>Exit</a:t>
            </a:r>
            <a:endParaRPr lang="en-US" sz="844" dirty="0"/>
          </a:p>
        </p:txBody>
      </p:sp>
      <p:sp>
        <p:nvSpPr>
          <p:cNvPr id="43" name="Text 31"/>
          <p:cNvSpPr/>
          <p:nvPr/>
        </p:nvSpPr>
        <p:spPr>
          <a:xfrm>
            <a:off x="6811566" y="2209874"/>
            <a:ext cx="1768078" cy="318040"/>
          </a:xfrm>
          <a:prstGeom prst="rect">
            <a:avLst/>
          </a:prstGeom>
          <a:noFill/>
          <a:ln/>
        </p:spPr>
        <p:txBody>
          <a:bodyPr wrap="square" lIns="0" tIns="0" rIns="0" bIns="0" rtlCol="0" anchor="t"/>
          <a:lstStyle/>
          <a:p>
            <a:pPr marL="0" indent="0" algn="l">
              <a:lnSpc>
                <a:spcPts val="979"/>
              </a:lnSpc>
              <a:buNone/>
            </a:pPr>
            <a:r>
              <a:rPr lang="en-US" sz="800" dirty="0">
                <a:solidFill>
                  <a:srgbClr val="B8A9D9"/>
                </a:solidFill>
                <a:latin typeface="Carlito" pitchFamily="34" charset="0"/>
                <a:ea typeface="Carlito" pitchFamily="34" charset="-122"/>
                <a:cs typeface="Carlito" pitchFamily="34" charset="-120"/>
              </a:rPr>
              <a:t>Print a closing message, close the Scanner, and end the program cleanly.</a:t>
            </a:r>
            <a:endParaRPr lang="en-US" sz="800" dirty="0"/>
          </a:p>
        </p:txBody>
      </p:sp>
      <p:sp>
        <p:nvSpPr>
          <p:cNvPr id="44" name="Text 32"/>
          <p:cNvSpPr/>
          <p:nvPr/>
        </p:nvSpPr>
        <p:spPr>
          <a:xfrm>
            <a:off x="457200" y="2883173"/>
            <a:ext cx="8636000" cy="147590"/>
          </a:xfrm>
          <a:prstGeom prst="rect">
            <a:avLst/>
          </a:prstGeom>
          <a:noFill/>
          <a:ln/>
        </p:spPr>
        <p:txBody>
          <a:bodyPr wrap="none" lIns="0" tIns="0" rIns="0" bIns="0" rtlCol="0" anchor="t">
            <a:normAutofit/>
          </a:bodyPr>
          <a:lstStyle/>
          <a:p>
            <a:pPr marL="0" indent="0" algn="l">
              <a:lnSpc>
                <a:spcPts val="928"/>
              </a:lnSpc>
              <a:buNone/>
            </a:pPr>
            <a:r>
              <a:rPr lang="en-US" sz="800" kern="0" spc="136" dirty="0">
                <a:solidFill>
                  <a:srgbClr val="FF8EC7"/>
                </a:solidFill>
                <a:latin typeface="Courier New" pitchFamily="34" charset="0"/>
                <a:ea typeface="Courier New" pitchFamily="34" charset="-122"/>
                <a:cs typeface="Courier New" pitchFamily="34" charset="-120"/>
              </a:rPr>
              <a:t>UNDERLYING JAVA TECHNIQUES</a:t>
            </a:r>
            <a:endParaRPr lang="en-US" sz="800" dirty="0"/>
          </a:p>
        </p:txBody>
      </p:sp>
      <p:sp>
        <p:nvSpPr>
          <p:cNvPr id="45" name="Text 33"/>
          <p:cNvSpPr/>
          <p:nvPr/>
        </p:nvSpPr>
        <p:spPr>
          <a:xfrm>
            <a:off x="460772" y="3061767"/>
            <a:ext cx="1975247" cy="1193006"/>
          </a:xfrm>
          <a:prstGeom prst="roundRect">
            <a:avLst>
              <a:gd name="adj" fmla="val 11178"/>
            </a:avLst>
          </a:prstGeom>
          <a:solidFill>
            <a:srgbClr val="FFFFFF">
              <a:alpha val="5000"/>
            </a:srgbClr>
          </a:solidFill>
          <a:ln w="7144">
            <a:solidFill>
              <a:srgbClr val="9B51E0"/>
            </a:solidFill>
            <a:prstDash val="solid"/>
          </a:ln>
        </p:spPr>
        <p:txBody>
          <a:bodyPr wrap="square" rtlCol="0" anchor="ctr"/>
          <a:lstStyle/>
          <a:p>
            <a:pPr marL="0" indent="0">
              <a:buNone/>
            </a:pPr>
            <a:endParaRPr lang="en-US" dirty="0"/>
          </a:p>
        </p:txBody>
      </p:sp>
      <p:sp>
        <p:nvSpPr>
          <p:cNvPr id="46" name="Text 34"/>
          <p:cNvSpPr/>
          <p:nvPr/>
        </p:nvSpPr>
        <p:spPr>
          <a:xfrm>
            <a:off x="2141417" y="3126489"/>
            <a:ext cx="216278" cy="192024"/>
          </a:xfrm>
          <a:prstGeom prst="roundRect">
            <a:avLst>
              <a:gd name="adj" fmla="val 29762"/>
            </a:avLst>
          </a:prstGeom>
          <a:solidFill>
            <a:srgbClr val="FFD166">
              <a:alpha val="8000"/>
            </a:srgbClr>
          </a:solidFill>
          <a:ln w="7144">
            <a:solidFill>
              <a:srgbClr val="FFD166"/>
            </a:solidFill>
            <a:prstDash val="solid"/>
          </a:ln>
        </p:spPr>
        <p:txBody>
          <a:bodyPr wrap="square" rtlCol="0" anchor="ctr"/>
          <a:lstStyle/>
          <a:p>
            <a:pPr marL="0" indent="0">
              <a:buNone/>
            </a:pPr>
            <a:endParaRPr lang="en-US" dirty="0"/>
          </a:p>
        </p:txBody>
      </p:sp>
      <p:sp>
        <p:nvSpPr>
          <p:cNvPr id="47" name="Text 35"/>
          <p:cNvSpPr/>
          <p:nvPr/>
        </p:nvSpPr>
        <p:spPr>
          <a:xfrm>
            <a:off x="2138102" y="3136776"/>
            <a:ext cx="194332" cy="171450"/>
          </a:xfrm>
          <a:prstGeom prst="rect">
            <a:avLst/>
          </a:prstGeom>
          <a:noFill/>
          <a:ln/>
        </p:spPr>
        <p:txBody>
          <a:bodyPr wrap="none" lIns="0" tIns="0" rIns="0" bIns="0" rtlCol="0" anchor="ctr"/>
          <a:lstStyle/>
          <a:p>
            <a:pPr marL="0" indent="0" algn="ctr">
              <a:lnSpc>
                <a:spcPts val="1013"/>
              </a:lnSpc>
              <a:buNone/>
            </a:pPr>
            <a:r>
              <a:rPr lang="en-US" sz="800" b="1" kern="0" spc="34" dirty="0">
                <a:solidFill>
                  <a:srgbClr val="FFD166"/>
                </a:solidFill>
                <a:latin typeface="Liberation Sans Narrow" pitchFamily="34" charset="0"/>
                <a:ea typeface="Liberation Sans Narrow" pitchFamily="34" charset="-122"/>
                <a:cs typeface="Liberation Sans Narrow" pitchFamily="34" charset="-120"/>
              </a:rPr>
              <a:t>T1</a:t>
            </a:r>
            <a:endParaRPr lang="en-US" sz="800" dirty="0"/>
          </a:p>
        </p:txBody>
      </p:sp>
      <p:pic>
        <p:nvPicPr>
          <p:cNvPr id="48" name="Image 10" descr="preencoded.png"/>
          <p:cNvPicPr>
            <a:picLocks noChangeAspect="1"/>
          </p:cNvPicPr>
          <p:nvPr/>
        </p:nvPicPr>
        <p:blipFill>
          <a:blip r:embed="rId6"/>
          <a:stretch>
            <a:fillRect/>
          </a:stretch>
        </p:blipFill>
        <p:spPr>
          <a:xfrm>
            <a:off x="564356" y="3165351"/>
            <a:ext cx="242888" cy="242888"/>
          </a:xfrm>
          <a:prstGeom prst="rect">
            <a:avLst/>
          </a:prstGeom>
        </p:spPr>
      </p:pic>
      <p:sp>
        <p:nvSpPr>
          <p:cNvPr id="49" name="Text 36"/>
          <p:cNvSpPr/>
          <p:nvPr/>
        </p:nvSpPr>
        <p:spPr>
          <a:xfrm>
            <a:off x="592574" y="3193569"/>
            <a:ext cx="186452" cy="186452"/>
          </a:xfrm>
          <a:prstGeom prst="rect">
            <a:avLst/>
          </a:prstGeom>
          <a:noFill/>
          <a:ln/>
        </p:spPr>
        <p:txBody>
          <a:bodyPr wrap="none" lIns="0" tIns="0" rIns="0" bIns="0" rtlCol="0" anchor="ctr"/>
          <a:lstStyle/>
          <a:p>
            <a:pPr marL="0" indent="0" algn="ctr">
              <a:buNone/>
            </a:pPr>
            <a:r>
              <a:rPr lang="en-US" sz="1266" dirty="0">
                <a:solidFill>
                  <a:srgbClr val="1A0E2E"/>
                </a:solidFill>
                <a:latin typeface="Segoe UI Symbol" pitchFamily="34" charset="0"/>
                <a:ea typeface="Segoe UI Symbol" pitchFamily="34" charset="-122"/>
                <a:cs typeface="Segoe UI Symbol" pitchFamily="34" charset="-120"/>
              </a:rPr>
              <a:t>▦</a:t>
            </a:r>
            <a:endParaRPr lang="en-US" sz="1266" dirty="0"/>
          </a:p>
        </p:txBody>
      </p:sp>
      <p:sp>
        <p:nvSpPr>
          <p:cNvPr id="50" name="Text 37"/>
          <p:cNvSpPr/>
          <p:nvPr/>
        </p:nvSpPr>
        <p:spPr>
          <a:xfrm>
            <a:off x="564356" y="3493963"/>
            <a:ext cx="1768078" cy="144661"/>
          </a:xfrm>
          <a:prstGeom prst="rect">
            <a:avLst/>
          </a:prstGeom>
          <a:noFill/>
          <a:ln/>
        </p:spPr>
        <p:txBody>
          <a:bodyPr wrap="none" lIns="0" tIns="0" rIns="0" bIns="0" rtlCol="0" anchor="t"/>
          <a:lstStyle/>
          <a:p>
            <a:pPr marL="0" indent="0" algn="l">
              <a:lnSpc>
                <a:spcPts val="1055"/>
              </a:lnSpc>
              <a:buNone/>
            </a:pPr>
            <a:r>
              <a:rPr lang="en-US" sz="844" dirty="0">
                <a:solidFill>
                  <a:srgbClr val="F3EAFE"/>
                </a:solidFill>
                <a:latin typeface="Liberation Sans Narrow" pitchFamily="34" charset="0"/>
                <a:ea typeface="Liberation Sans Narrow" pitchFamily="34" charset="-122"/>
                <a:cs typeface="Liberation Sans Narrow" pitchFamily="34" charset="-120"/>
              </a:rPr>
              <a:t>1D Arrays</a:t>
            </a:r>
            <a:endParaRPr lang="en-US" sz="844" dirty="0"/>
          </a:p>
        </p:txBody>
      </p:sp>
      <p:sp>
        <p:nvSpPr>
          <p:cNvPr id="51" name="Text 38"/>
          <p:cNvSpPr/>
          <p:nvPr/>
        </p:nvSpPr>
        <p:spPr>
          <a:xfrm>
            <a:off x="564356" y="3713634"/>
            <a:ext cx="1768078" cy="318040"/>
          </a:xfrm>
          <a:prstGeom prst="rect">
            <a:avLst/>
          </a:prstGeom>
          <a:noFill/>
          <a:ln/>
        </p:spPr>
        <p:txBody>
          <a:bodyPr wrap="square" lIns="0" tIns="0" rIns="0" bIns="0" rtlCol="0" anchor="t"/>
          <a:lstStyle/>
          <a:p>
            <a:pPr marL="0" indent="0" algn="l">
              <a:lnSpc>
                <a:spcPts val="979"/>
              </a:lnSpc>
              <a:buNone/>
            </a:pPr>
            <a:r>
              <a:rPr lang="en-US" sz="800" dirty="0">
                <a:solidFill>
                  <a:srgbClr val="B8A9D9"/>
                </a:solidFill>
                <a:latin typeface="Carlito" pitchFamily="34" charset="0"/>
                <a:ea typeface="Carlito" pitchFamily="34" charset="-122"/>
                <a:cs typeface="Carlito" pitchFamily="34" charset="-120"/>
              </a:rPr>
              <a:t>int[] playCounts stores per-track streams; iterated for total + max.</a:t>
            </a:r>
            <a:endParaRPr lang="en-US" sz="800" dirty="0"/>
          </a:p>
        </p:txBody>
      </p:sp>
      <p:sp>
        <p:nvSpPr>
          <p:cNvPr id="52" name="Text 39"/>
          <p:cNvSpPr/>
          <p:nvPr/>
        </p:nvSpPr>
        <p:spPr>
          <a:xfrm>
            <a:off x="2543175" y="3061767"/>
            <a:ext cx="1975247" cy="1193006"/>
          </a:xfrm>
          <a:prstGeom prst="roundRect">
            <a:avLst>
              <a:gd name="adj" fmla="val 11178"/>
            </a:avLst>
          </a:prstGeom>
          <a:solidFill>
            <a:srgbClr val="FFFFFF">
              <a:alpha val="5000"/>
            </a:srgbClr>
          </a:solidFill>
          <a:ln w="7144">
            <a:solidFill>
              <a:srgbClr val="9B51E0"/>
            </a:solidFill>
            <a:prstDash val="solid"/>
          </a:ln>
        </p:spPr>
        <p:txBody>
          <a:bodyPr wrap="square" rtlCol="0" anchor="ctr"/>
          <a:lstStyle/>
          <a:p>
            <a:pPr marL="0" indent="0">
              <a:buNone/>
            </a:pPr>
            <a:endParaRPr lang="en-US" dirty="0"/>
          </a:p>
        </p:txBody>
      </p:sp>
      <p:sp>
        <p:nvSpPr>
          <p:cNvPr id="53" name="Text 40"/>
          <p:cNvSpPr/>
          <p:nvPr/>
        </p:nvSpPr>
        <p:spPr>
          <a:xfrm>
            <a:off x="4223820" y="3126489"/>
            <a:ext cx="216278" cy="192024"/>
          </a:xfrm>
          <a:prstGeom prst="roundRect">
            <a:avLst>
              <a:gd name="adj" fmla="val 29762"/>
            </a:avLst>
          </a:prstGeom>
          <a:solidFill>
            <a:srgbClr val="FFD166">
              <a:alpha val="8000"/>
            </a:srgbClr>
          </a:solidFill>
          <a:ln w="7144">
            <a:solidFill>
              <a:srgbClr val="FFD166"/>
            </a:solidFill>
            <a:prstDash val="solid"/>
          </a:ln>
        </p:spPr>
        <p:txBody>
          <a:bodyPr wrap="square" rtlCol="0" anchor="ctr"/>
          <a:lstStyle/>
          <a:p>
            <a:pPr marL="0" indent="0">
              <a:buNone/>
            </a:pPr>
            <a:endParaRPr lang="en-US" dirty="0"/>
          </a:p>
        </p:txBody>
      </p:sp>
      <p:sp>
        <p:nvSpPr>
          <p:cNvPr id="54" name="Text 41"/>
          <p:cNvSpPr/>
          <p:nvPr/>
        </p:nvSpPr>
        <p:spPr>
          <a:xfrm>
            <a:off x="4220505" y="3136776"/>
            <a:ext cx="194332" cy="171450"/>
          </a:xfrm>
          <a:prstGeom prst="rect">
            <a:avLst/>
          </a:prstGeom>
          <a:noFill/>
          <a:ln/>
        </p:spPr>
        <p:txBody>
          <a:bodyPr wrap="none" lIns="0" tIns="0" rIns="0" bIns="0" rtlCol="0" anchor="ctr"/>
          <a:lstStyle/>
          <a:p>
            <a:pPr marL="0" indent="0" algn="ctr">
              <a:lnSpc>
                <a:spcPts val="1013"/>
              </a:lnSpc>
              <a:buNone/>
            </a:pPr>
            <a:r>
              <a:rPr lang="en-US" sz="800" b="1" kern="0" spc="34" dirty="0">
                <a:solidFill>
                  <a:srgbClr val="FFD166"/>
                </a:solidFill>
                <a:latin typeface="Liberation Sans Narrow" pitchFamily="34" charset="0"/>
                <a:ea typeface="Liberation Sans Narrow" pitchFamily="34" charset="-122"/>
                <a:cs typeface="Liberation Sans Narrow" pitchFamily="34" charset="-120"/>
              </a:rPr>
              <a:t>T2</a:t>
            </a:r>
            <a:endParaRPr lang="en-US" sz="800" dirty="0"/>
          </a:p>
        </p:txBody>
      </p:sp>
      <p:pic>
        <p:nvPicPr>
          <p:cNvPr id="55" name="Image 11" descr="preencoded.png"/>
          <p:cNvPicPr>
            <a:picLocks noChangeAspect="1"/>
          </p:cNvPicPr>
          <p:nvPr/>
        </p:nvPicPr>
        <p:blipFill>
          <a:blip r:embed="rId6"/>
          <a:stretch>
            <a:fillRect/>
          </a:stretch>
        </p:blipFill>
        <p:spPr>
          <a:xfrm>
            <a:off x="2646759" y="3165351"/>
            <a:ext cx="242888" cy="242888"/>
          </a:xfrm>
          <a:prstGeom prst="rect">
            <a:avLst/>
          </a:prstGeom>
        </p:spPr>
      </p:pic>
      <p:sp>
        <p:nvSpPr>
          <p:cNvPr id="56" name="Text 42"/>
          <p:cNvSpPr/>
          <p:nvPr/>
        </p:nvSpPr>
        <p:spPr>
          <a:xfrm>
            <a:off x="2674977" y="3193569"/>
            <a:ext cx="186452" cy="186452"/>
          </a:xfrm>
          <a:prstGeom prst="rect">
            <a:avLst/>
          </a:prstGeom>
          <a:noFill/>
          <a:ln/>
        </p:spPr>
        <p:txBody>
          <a:bodyPr wrap="none" lIns="0" tIns="0" rIns="0" bIns="0" rtlCol="0" anchor="ctr"/>
          <a:lstStyle/>
          <a:p>
            <a:pPr marL="0" indent="0" algn="ctr">
              <a:buNone/>
            </a:pPr>
            <a:r>
              <a:rPr lang="en-US" sz="1266" dirty="0">
                <a:solidFill>
                  <a:srgbClr val="1A0E2E"/>
                </a:solidFill>
                <a:latin typeface="Segoe UI Symbol" pitchFamily="34" charset="0"/>
                <a:ea typeface="Segoe UI Symbol" pitchFamily="34" charset="-122"/>
                <a:cs typeface="Segoe UI Symbol" pitchFamily="34" charset="-120"/>
              </a:rPr>
              <a:t>▦</a:t>
            </a:r>
            <a:endParaRPr lang="en-US" sz="1266" dirty="0"/>
          </a:p>
        </p:txBody>
      </p:sp>
      <p:sp>
        <p:nvSpPr>
          <p:cNvPr id="57" name="Text 43"/>
          <p:cNvSpPr/>
          <p:nvPr/>
        </p:nvSpPr>
        <p:spPr>
          <a:xfrm>
            <a:off x="2646759" y="3493963"/>
            <a:ext cx="1768078" cy="144661"/>
          </a:xfrm>
          <a:prstGeom prst="rect">
            <a:avLst/>
          </a:prstGeom>
          <a:noFill/>
          <a:ln/>
        </p:spPr>
        <p:txBody>
          <a:bodyPr wrap="none" lIns="0" tIns="0" rIns="0" bIns="0" rtlCol="0" anchor="t"/>
          <a:lstStyle/>
          <a:p>
            <a:pPr marL="0" indent="0" algn="l">
              <a:lnSpc>
                <a:spcPts val="1055"/>
              </a:lnSpc>
              <a:buNone/>
            </a:pPr>
            <a:r>
              <a:rPr lang="en-US" sz="844" dirty="0">
                <a:solidFill>
                  <a:srgbClr val="F3EAFE"/>
                </a:solidFill>
                <a:latin typeface="Liberation Sans Narrow" pitchFamily="34" charset="0"/>
                <a:ea typeface="Liberation Sans Narrow" pitchFamily="34" charset="-122"/>
                <a:cs typeface="Liberation Sans Narrow" pitchFamily="34" charset="-120"/>
              </a:rPr>
              <a:t>2D Arrays</a:t>
            </a:r>
            <a:endParaRPr lang="en-US" sz="844" dirty="0"/>
          </a:p>
        </p:txBody>
      </p:sp>
      <p:sp>
        <p:nvSpPr>
          <p:cNvPr id="58" name="Text 44"/>
          <p:cNvSpPr/>
          <p:nvPr/>
        </p:nvSpPr>
        <p:spPr>
          <a:xfrm>
            <a:off x="2646759" y="3713634"/>
            <a:ext cx="1768078" cy="318040"/>
          </a:xfrm>
          <a:prstGeom prst="rect">
            <a:avLst/>
          </a:prstGeom>
          <a:noFill/>
          <a:ln/>
        </p:spPr>
        <p:txBody>
          <a:bodyPr wrap="square" lIns="0" tIns="0" rIns="0" bIns="0" rtlCol="0" anchor="t"/>
          <a:lstStyle/>
          <a:p>
            <a:pPr marL="0" indent="0" algn="l">
              <a:lnSpc>
                <a:spcPts val="979"/>
              </a:lnSpc>
              <a:buNone/>
            </a:pPr>
            <a:r>
              <a:rPr lang="en-US" sz="800" dirty="0">
                <a:solidFill>
                  <a:srgbClr val="B8A9D9"/>
                </a:solidFill>
                <a:latin typeface="Carlito" pitchFamily="34" charset="0"/>
                <a:ea typeface="Carlito" pitchFamily="34" charset="-122"/>
                <a:cs typeface="Carlito" pitchFamily="34" charset="-120"/>
              </a:rPr>
              <a:t>int[4][3] genreMatrix models weeks × genres; accessed via nested for-loops.</a:t>
            </a:r>
            <a:endParaRPr lang="en-US" sz="800" dirty="0"/>
          </a:p>
        </p:txBody>
      </p:sp>
      <p:sp>
        <p:nvSpPr>
          <p:cNvPr id="59" name="Text 45"/>
          <p:cNvSpPr/>
          <p:nvPr/>
        </p:nvSpPr>
        <p:spPr>
          <a:xfrm>
            <a:off x="4625578" y="3061767"/>
            <a:ext cx="1975247" cy="1193006"/>
          </a:xfrm>
          <a:prstGeom prst="roundRect">
            <a:avLst>
              <a:gd name="adj" fmla="val 11178"/>
            </a:avLst>
          </a:prstGeom>
          <a:solidFill>
            <a:srgbClr val="FFFFFF">
              <a:alpha val="5000"/>
            </a:srgbClr>
          </a:solidFill>
          <a:ln w="7144">
            <a:solidFill>
              <a:srgbClr val="9B51E0"/>
            </a:solidFill>
            <a:prstDash val="solid"/>
          </a:ln>
        </p:spPr>
        <p:txBody>
          <a:bodyPr wrap="square" rtlCol="0" anchor="ctr"/>
          <a:lstStyle/>
          <a:p>
            <a:pPr marL="0" indent="0">
              <a:buNone/>
            </a:pPr>
            <a:endParaRPr lang="en-US" dirty="0"/>
          </a:p>
        </p:txBody>
      </p:sp>
      <p:sp>
        <p:nvSpPr>
          <p:cNvPr id="60" name="Text 46"/>
          <p:cNvSpPr/>
          <p:nvPr/>
        </p:nvSpPr>
        <p:spPr>
          <a:xfrm>
            <a:off x="6306223" y="3126489"/>
            <a:ext cx="216278" cy="192024"/>
          </a:xfrm>
          <a:prstGeom prst="roundRect">
            <a:avLst>
              <a:gd name="adj" fmla="val 29762"/>
            </a:avLst>
          </a:prstGeom>
          <a:solidFill>
            <a:srgbClr val="FFD166">
              <a:alpha val="8000"/>
            </a:srgbClr>
          </a:solidFill>
          <a:ln w="7144">
            <a:solidFill>
              <a:srgbClr val="FFD166"/>
            </a:solidFill>
            <a:prstDash val="solid"/>
          </a:ln>
        </p:spPr>
        <p:txBody>
          <a:bodyPr wrap="square" rtlCol="0" anchor="ctr"/>
          <a:lstStyle/>
          <a:p>
            <a:pPr marL="0" indent="0">
              <a:buNone/>
            </a:pPr>
            <a:endParaRPr lang="en-US" dirty="0"/>
          </a:p>
        </p:txBody>
      </p:sp>
      <p:sp>
        <p:nvSpPr>
          <p:cNvPr id="61" name="Text 47"/>
          <p:cNvSpPr/>
          <p:nvPr/>
        </p:nvSpPr>
        <p:spPr>
          <a:xfrm>
            <a:off x="6302908" y="3136776"/>
            <a:ext cx="194332" cy="171450"/>
          </a:xfrm>
          <a:prstGeom prst="rect">
            <a:avLst/>
          </a:prstGeom>
          <a:noFill/>
          <a:ln/>
        </p:spPr>
        <p:txBody>
          <a:bodyPr wrap="none" lIns="0" tIns="0" rIns="0" bIns="0" rtlCol="0" anchor="ctr"/>
          <a:lstStyle/>
          <a:p>
            <a:pPr marL="0" indent="0" algn="ctr">
              <a:lnSpc>
                <a:spcPts val="1013"/>
              </a:lnSpc>
              <a:buNone/>
            </a:pPr>
            <a:r>
              <a:rPr lang="en-US" sz="800" b="1" kern="0" spc="34" dirty="0">
                <a:solidFill>
                  <a:srgbClr val="FFD166"/>
                </a:solidFill>
                <a:latin typeface="Liberation Sans Narrow" pitchFamily="34" charset="0"/>
                <a:ea typeface="Liberation Sans Narrow" pitchFamily="34" charset="-122"/>
                <a:cs typeface="Liberation Sans Narrow" pitchFamily="34" charset="-120"/>
              </a:rPr>
              <a:t>T3</a:t>
            </a:r>
            <a:endParaRPr lang="en-US" sz="800" dirty="0"/>
          </a:p>
        </p:txBody>
      </p:sp>
      <p:pic>
        <p:nvPicPr>
          <p:cNvPr id="62" name="Image 12" descr="preencoded.png"/>
          <p:cNvPicPr>
            <a:picLocks noChangeAspect="1"/>
          </p:cNvPicPr>
          <p:nvPr/>
        </p:nvPicPr>
        <p:blipFill>
          <a:blip r:embed="rId6"/>
          <a:stretch>
            <a:fillRect/>
          </a:stretch>
        </p:blipFill>
        <p:spPr>
          <a:xfrm>
            <a:off x="4729163" y="3165351"/>
            <a:ext cx="242888" cy="242888"/>
          </a:xfrm>
          <a:prstGeom prst="rect">
            <a:avLst/>
          </a:prstGeom>
        </p:spPr>
      </p:pic>
      <p:sp>
        <p:nvSpPr>
          <p:cNvPr id="63" name="Text 48"/>
          <p:cNvSpPr/>
          <p:nvPr/>
        </p:nvSpPr>
        <p:spPr>
          <a:xfrm>
            <a:off x="4757380" y="3193569"/>
            <a:ext cx="186452" cy="186452"/>
          </a:xfrm>
          <a:prstGeom prst="rect">
            <a:avLst/>
          </a:prstGeom>
          <a:noFill/>
          <a:ln/>
        </p:spPr>
        <p:txBody>
          <a:bodyPr wrap="none" lIns="0" tIns="0" rIns="0" bIns="0" rtlCol="0" anchor="ctr"/>
          <a:lstStyle/>
          <a:p>
            <a:pPr marL="0" indent="0" algn="ctr">
              <a:buNone/>
            </a:pPr>
            <a:r>
              <a:rPr lang="en-US" sz="1266" dirty="0">
                <a:solidFill>
                  <a:srgbClr val="1A0E2E"/>
                </a:solidFill>
                <a:latin typeface="Segoe UI Symbol" pitchFamily="34" charset="0"/>
                <a:ea typeface="Segoe UI Symbol" pitchFamily="34" charset="-122"/>
                <a:cs typeface="Segoe UI Symbol" pitchFamily="34" charset="-120"/>
              </a:rPr>
              <a:t>▶</a:t>
            </a:r>
            <a:endParaRPr lang="en-US" sz="1266" dirty="0"/>
          </a:p>
        </p:txBody>
      </p:sp>
      <p:sp>
        <p:nvSpPr>
          <p:cNvPr id="64" name="Text 49"/>
          <p:cNvSpPr/>
          <p:nvPr/>
        </p:nvSpPr>
        <p:spPr>
          <a:xfrm>
            <a:off x="4729163" y="3493963"/>
            <a:ext cx="1768078" cy="144661"/>
          </a:xfrm>
          <a:prstGeom prst="rect">
            <a:avLst/>
          </a:prstGeom>
          <a:noFill/>
          <a:ln/>
        </p:spPr>
        <p:txBody>
          <a:bodyPr wrap="none" lIns="0" tIns="0" rIns="0" bIns="0" rtlCol="0" anchor="t"/>
          <a:lstStyle/>
          <a:p>
            <a:pPr marL="0" indent="0" algn="l">
              <a:lnSpc>
                <a:spcPts val="1055"/>
              </a:lnSpc>
              <a:buNone/>
            </a:pPr>
            <a:r>
              <a:rPr lang="en-US" sz="844" dirty="0">
                <a:solidFill>
                  <a:srgbClr val="F3EAFE"/>
                </a:solidFill>
                <a:latin typeface="Carlito" pitchFamily="34" charset="0"/>
                <a:ea typeface="Carlito" pitchFamily="34" charset="-122"/>
                <a:cs typeface="Carlito" pitchFamily="34" charset="-120"/>
              </a:rPr>
              <a:t>Recursion</a:t>
            </a:r>
            <a:endParaRPr lang="en-US" sz="844" dirty="0"/>
          </a:p>
        </p:txBody>
      </p:sp>
      <p:sp>
        <p:nvSpPr>
          <p:cNvPr id="65" name="Text 50"/>
          <p:cNvSpPr/>
          <p:nvPr/>
        </p:nvSpPr>
        <p:spPr>
          <a:xfrm>
            <a:off x="4729163" y="3713634"/>
            <a:ext cx="1768078" cy="318040"/>
          </a:xfrm>
          <a:prstGeom prst="rect">
            <a:avLst/>
          </a:prstGeom>
          <a:noFill/>
          <a:ln/>
        </p:spPr>
        <p:txBody>
          <a:bodyPr wrap="square" lIns="0" tIns="0" rIns="0" bIns="0" rtlCol="0" anchor="t"/>
          <a:lstStyle/>
          <a:p>
            <a:pPr marL="0" indent="0" algn="l">
              <a:lnSpc>
                <a:spcPts val="979"/>
              </a:lnSpc>
              <a:buNone/>
            </a:pPr>
            <a:r>
              <a:rPr lang="en-US" sz="800" dirty="0">
                <a:solidFill>
                  <a:srgbClr val="B8A9D9"/>
                </a:solidFill>
                <a:latin typeface="Carlito" pitchFamily="34" charset="0"/>
                <a:ea typeface="Carlito" pitchFamily="34" charset="-122"/>
                <a:cs typeface="Carlito" pitchFamily="34" charset="-120"/>
              </a:rPr>
              <a:t>calculateStreakMultiplier(n) = n × f(n−1), base case n == 0 returns 1 (factorial).</a:t>
            </a:r>
            <a:endParaRPr lang="en-US" sz="800" dirty="0"/>
          </a:p>
        </p:txBody>
      </p:sp>
      <p:sp>
        <p:nvSpPr>
          <p:cNvPr id="66" name="Text 51"/>
          <p:cNvSpPr/>
          <p:nvPr/>
        </p:nvSpPr>
        <p:spPr>
          <a:xfrm>
            <a:off x="6707981" y="3061767"/>
            <a:ext cx="1975247" cy="1193006"/>
          </a:xfrm>
          <a:prstGeom prst="roundRect">
            <a:avLst>
              <a:gd name="adj" fmla="val 11178"/>
            </a:avLst>
          </a:prstGeom>
          <a:solidFill>
            <a:srgbClr val="FFFFFF">
              <a:alpha val="5000"/>
            </a:srgbClr>
          </a:solidFill>
          <a:ln w="7144">
            <a:solidFill>
              <a:srgbClr val="9B51E0"/>
            </a:solidFill>
            <a:prstDash val="solid"/>
          </a:ln>
        </p:spPr>
        <p:txBody>
          <a:bodyPr wrap="square" rtlCol="0" anchor="ctr"/>
          <a:lstStyle/>
          <a:p>
            <a:pPr marL="0" indent="0">
              <a:buNone/>
            </a:pPr>
            <a:endParaRPr lang="en-US" dirty="0"/>
          </a:p>
        </p:txBody>
      </p:sp>
      <p:sp>
        <p:nvSpPr>
          <p:cNvPr id="67" name="Text 52"/>
          <p:cNvSpPr/>
          <p:nvPr/>
        </p:nvSpPr>
        <p:spPr>
          <a:xfrm>
            <a:off x="8388626" y="3126489"/>
            <a:ext cx="216278" cy="192024"/>
          </a:xfrm>
          <a:prstGeom prst="roundRect">
            <a:avLst>
              <a:gd name="adj" fmla="val 29762"/>
            </a:avLst>
          </a:prstGeom>
          <a:solidFill>
            <a:srgbClr val="FFD166">
              <a:alpha val="8000"/>
            </a:srgbClr>
          </a:solidFill>
          <a:ln w="7144">
            <a:solidFill>
              <a:srgbClr val="FFD166"/>
            </a:solidFill>
            <a:prstDash val="solid"/>
          </a:ln>
        </p:spPr>
        <p:txBody>
          <a:bodyPr wrap="square" rtlCol="0" anchor="ctr"/>
          <a:lstStyle/>
          <a:p>
            <a:pPr marL="0" indent="0">
              <a:buNone/>
            </a:pPr>
            <a:endParaRPr lang="en-US" dirty="0"/>
          </a:p>
        </p:txBody>
      </p:sp>
      <p:sp>
        <p:nvSpPr>
          <p:cNvPr id="68" name="Text 53"/>
          <p:cNvSpPr/>
          <p:nvPr/>
        </p:nvSpPr>
        <p:spPr>
          <a:xfrm>
            <a:off x="8385311" y="3136776"/>
            <a:ext cx="194332" cy="171450"/>
          </a:xfrm>
          <a:prstGeom prst="rect">
            <a:avLst/>
          </a:prstGeom>
          <a:noFill/>
          <a:ln/>
        </p:spPr>
        <p:txBody>
          <a:bodyPr wrap="none" lIns="0" tIns="0" rIns="0" bIns="0" rtlCol="0" anchor="ctr"/>
          <a:lstStyle/>
          <a:p>
            <a:pPr marL="0" indent="0" algn="ctr">
              <a:lnSpc>
                <a:spcPts val="1013"/>
              </a:lnSpc>
              <a:buNone/>
            </a:pPr>
            <a:r>
              <a:rPr lang="en-US" sz="800" b="1" kern="0" spc="34" dirty="0">
                <a:solidFill>
                  <a:srgbClr val="FFD166"/>
                </a:solidFill>
                <a:latin typeface="Liberation Sans Narrow" pitchFamily="34" charset="0"/>
                <a:ea typeface="Liberation Sans Narrow" pitchFamily="34" charset="-122"/>
                <a:cs typeface="Liberation Sans Narrow" pitchFamily="34" charset="-120"/>
              </a:rPr>
              <a:t>T4</a:t>
            </a:r>
            <a:endParaRPr lang="en-US" sz="800" dirty="0"/>
          </a:p>
        </p:txBody>
      </p:sp>
      <p:pic>
        <p:nvPicPr>
          <p:cNvPr id="69" name="Image 13" descr="preencoded.png"/>
          <p:cNvPicPr>
            <a:picLocks noChangeAspect="1"/>
          </p:cNvPicPr>
          <p:nvPr/>
        </p:nvPicPr>
        <p:blipFill>
          <a:blip r:embed="rId6"/>
          <a:stretch>
            <a:fillRect/>
          </a:stretch>
        </p:blipFill>
        <p:spPr>
          <a:xfrm>
            <a:off x="6811566" y="3165351"/>
            <a:ext cx="242888" cy="242888"/>
          </a:xfrm>
          <a:prstGeom prst="rect">
            <a:avLst/>
          </a:prstGeom>
        </p:spPr>
      </p:pic>
      <p:sp>
        <p:nvSpPr>
          <p:cNvPr id="70" name="Text 54"/>
          <p:cNvSpPr/>
          <p:nvPr/>
        </p:nvSpPr>
        <p:spPr>
          <a:xfrm>
            <a:off x="6839783" y="3193569"/>
            <a:ext cx="186452" cy="186452"/>
          </a:xfrm>
          <a:prstGeom prst="rect">
            <a:avLst/>
          </a:prstGeom>
          <a:noFill/>
          <a:ln/>
        </p:spPr>
        <p:txBody>
          <a:bodyPr wrap="none" lIns="0" tIns="0" rIns="0" bIns="0" rtlCol="0" anchor="ctr"/>
          <a:lstStyle/>
          <a:p>
            <a:pPr marL="0" indent="0" algn="ctr">
              <a:buNone/>
            </a:pPr>
            <a:r>
              <a:rPr lang="en-US" sz="1266" dirty="0">
                <a:solidFill>
                  <a:srgbClr val="1A0E2E"/>
                </a:solidFill>
                <a:latin typeface="Segoe UI Symbol" pitchFamily="34" charset="0"/>
                <a:ea typeface="Segoe UI Symbol" pitchFamily="34" charset="-122"/>
                <a:cs typeface="Segoe UI Symbol" pitchFamily="34" charset="-120"/>
              </a:rPr>
              <a:t>☎</a:t>
            </a:r>
            <a:endParaRPr lang="en-US" sz="1266" dirty="0"/>
          </a:p>
        </p:txBody>
      </p:sp>
      <p:sp>
        <p:nvSpPr>
          <p:cNvPr id="71" name="Text 55"/>
          <p:cNvSpPr/>
          <p:nvPr/>
        </p:nvSpPr>
        <p:spPr>
          <a:xfrm>
            <a:off x="6811566" y="3493963"/>
            <a:ext cx="1768078" cy="144661"/>
          </a:xfrm>
          <a:prstGeom prst="rect">
            <a:avLst/>
          </a:prstGeom>
          <a:noFill/>
          <a:ln/>
        </p:spPr>
        <p:txBody>
          <a:bodyPr wrap="none" lIns="0" tIns="0" rIns="0" bIns="0" rtlCol="0" anchor="t"/>
          <a:lstStyle/>
          <a:p>
            <a:pPr marL="0" indent="0" algn="l">
              <a:lnSpc>
                <a:spcPts val="1055"/>
              </a:lnSpc>
              <a:buNone/>
            </a:pPr>
            <a:r>
              <a:rPr lang="en-US" sz="844" dirty="0">
                <a:solidFill>
                  <a:srgbClr val="F3EAFE"/>
                </a:solidFill>
                <a:latin typeface="Carlito" pitchFamily="34" charset="0"/>
                <a:ea typeface="Carlito" pitchFamily="34" charset="-122"/>
                <a:cs typeface="Carlito" pitchFamily="34" charset="-120"/>
              </a:rPr>
              <a:t>Switch + Scanner</a:t>
            </a:r>
            <a:endParaRPr lang="en-US" sz="844" dirty="0"/>
          </a:p>
        </p:txBody>
      </p:sp>
      <p:sp>
        <p:nvSpPr>
          <p:cNvPr id="72" name="Text 56"/>
          <p:cNvSpPr/>
          <p:nvPr/>
        </p:nvSpPr>
        <p:spPr>
          <a:xfrm>
            <a:off x="6811566" y="3713634"/>
            <a:ext cx="1768078" cy="318040"/>
          </a:xfrm>
          <a:prstGeom prst="rect">
            <a:avLst/>
          </a:prstGeom>
          <a:noFill/>
          <a:ln/>
        </p:spPr>
        <p:txBody>
          <a:bodyPr wrap="square" lIns="0" tIns="0" rIns="0" bIns="0" rtlCol="0" anchor="t"/>
          <a:lstStyle/>
          <a:p>
            <a:pPr marL="0" indent="0" algn="l">
              <a:lnSpc>
                <a:spcPts val="979"/>
              </a:lnSpc>
              <a:buNone/>
            </a:pPr>
            <a:r>
              <a:rPr lang="en-US" sz="800" dirty="0">
                <a:solidFill>
                  <a:srgbClr val="B8A9D9"/>
                </a:solidFill>
                <a:latin typeface="Carlito" pitchFamily="34" charset="0"/>
                <a:ea typeface="Carlito" pitchFamily="34" charset="-122"/>
                <a:cs typeface="Carlito" pitchFamily="34" charset="-120"/>
              </a:rPr>
              <a:t>switch(choice) dispatches the 4 cases; Scanner reads all user inputs from stdin.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rot="900000">
            <a:off x="8751094" y="-357188"/>
            <a:ext cx="607219" cy="1821656"/>
          </a:xfrm>
          <a:prstGeom prst="rect">
            <a:avLst/>
          </a:prstGeom>
          <a:noFill/>
          <a:ln/>
        </p:spPr>
        <p:txBody>
          <a:bodyPr wrap="none" lIns="0" tIns="0" rIns="0" bIns="0" rtlCol="0" anchor="ctr"/>
          <a:lstStyle/>
          <a:p>
            <a:pPr marL="0" indent="0" algn="ctr">
              <a:buNone/>
            </a:pPr>
            <a:r>
              <a:rPr lang="en-US" sz="9563" dirty="0">
                <a:solidFill>
                  <a:srgbClr val="C77DFF">
                    <a:alpha val="8000"/>
                  </a:srgbClr>
                </a:solidFill>
                <a:latin typeface="Segoe UI Symbol" pitchFamily="34" charset="0"/>
                <a:ea typeface="Segoe UI Symbol" pitchFamily="34" charset="-122"/>
                <a:cs typeface="Segoe UI Symbol" pitchFamily="34" charset="-120"/>
              </a:rPr>
              <a:t>♪</a:t>
            </a:r>
            <a:endParaRPr lang="en-US" sz="9563" dirty="0"/>
          </a:p>
        </p:txBody>
      </p:sp>
      <p:sp>
        <p:nvSpPr>
          <p:cNvPr id="5" name="Text 1"/>
          <p:cNvSpPr/>
          <p:nvPr/>
        </p:nvSpPr>
        <p:spPr>
          <a:xfrm>
            <a:off x="457200" y="4857750"/>
            <a:ext cx="7819169"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6" name="Text 2"/>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09 / 15</a:t>
            </a:r>
            <a:endParaRPr lang="en-US" sz="800" dirty="0"/>
          </a:p>
        </p:txBody>
      </p:sp>
      <p:sp>
        <p:nvSpPr>
          <p:cNvPr id="7" name="Text 3"/>
          <p:cNvSpPr/>
          <p:nvPr/>
        </p:nvSpPr>
        <p:spPr>
          <a:xfrm>
            <a:off x="371475" y="271463"/>
            <a:ext cx="6896507" cy="151162"/>
          </a:xfrm>
          <a:prstGeom prst="rect">
            <a:avLst/>
          </a:prstGeom>
          <a:noFill/>
          <a:ln/>
        </p:spPr>
        <p:txBody>
          <a:bodyPr wrap="square" lIns="0" tIns="0" rIns="0" bIns="0" rtlCol="0" anchor="t">
            <a:normAutofit/>
          </a:bodyPr>
          <a:lstStyle/>
          <a:p>
            <a:pPr marL="0" indent="0" algn="l">
              <a:lnSpc>
                <a:spcPts val="1181"/>
              </a:lnSpc>
              <a:buNone/>
            </a:pPr>
            <a:r>
              <a:rPr lang="en-US" sz="800" kern="0" spc="142" dirty="0">
                <a:solidFill>
                  <a:srgbClr val="C77DFF"/>
                </a:solidFill>
                <a:latin typeface="Courier New" pitchFamily="34" charset="0"/>
                <a:ea typeface="Courier New" pitchFamily="34" charset="-122"/>
                <a:cs typeface="Courier New" pitchFamily="34" charset="-120"/>
              </a:rPr>
              <a:t>08 / 15 — IMPLEMENTATION (PART 1 OF 2)</a:t>
            </a:r>
            <a:endParaRPr lang="en-US" sz="800" dirty="0"/>
          </a:p>
        </p:txBody>
      </p:sp>
      <p:sp>
        <p:nvSpPr>
          <p:cNvPr id="8" name="Text 4"/>
          <p:cNvSpPr/>
          <p:nvPr/>
        </p:nvSpPr>
        <p:spPr>
          <a:xfrm>
            <a:off x="371475" y="450056"/>
            <a:ext cx="6242298" cy="255416"/>
          </a:xfrm>
          <a:prstGeom prst="rect">
            <a:avLst/>
          </a:prstGeom>
          <a:noFill/>
          <a:ln/>
        </p:spPr>
        <p:txBody>
          <a:bodyPr wrap="square" lIns="0" tIns="0" rIns="0" bIns="0" rtlCol="0" anchor="t">
            <a:normAutofit/>
          </a:bodyPr>
          <a:lstStyle/>
          <a:p>
            <a:pPr marL="0" indent="0" algn="l">
              <a:lnSpc>
                <a:spcPts val="1890"/>
              </a:lnSpc>
              <a:buNone/>
            </a:pPr>
            <a:r>
              <a:rPr lang="en-US" sz="1800" b="1" dirty="0">
                <a:solidFill>
                  <a:srgbClr val="F3EAFE"/>
                </a:solidFill>
                <a:latin typeface="Carlito" pitchFamily="34" charset="0"/>
                <a:ea typeface="Carlito" pitchFamily="34" charset="-122"/>
                <a:cs typeface="Carlito" pitchFamily="34" charset="-120"/>
              </a:rPr>
              <a:t>Java Code — </a:t>
            </a:r>
            <a:r>
              <a:rPr lang="en-US" sz="1800" b="1" dirty="0">
                <a:solidFill>
                  <a:srgbClr val="C77DFF"/>
                </a:solidFill>
                <a:latin typeface="Carlito" pitchFamily="34" charset="0"/>
                <a:ea typeface="Carlito" pitchFamily="34" charset="-122"/>
                <a:cs typeface="Carlito" pitchFamily="34" charset="-120"/>
              </a:rPr>
              <a:t>Recursion &amp; Play Counts</a:t>
            </a:r>
            <a:endParaRPr lang="en-US" sz="1800" dirty="0"/>
          </a:p>
        </p:txBody>
      </p:sp>
      <p:sp>
        <p:nvSpPr>
          <p:cNvPr id="9" name="Text 5"/>
          <p:cNvSpPr/>
          <p:nvPr/>
        </p:nvSpPr>
        <p:spPr>
          <a:xfrm>
            <a:off x="371475" y="732904"/>
            <a:ext cx="5674816" cy="153514"/>
          </a:xfrm>
          <a:prstGeom prst="rect">
            <a:avLst/>
          </a:prstGeom>
          <a:noFill/>
          <a:ln/>
        </p:spPr>
        <p:txBody>
          <a:bodyPr wrap="square" lIns="0" tIns="0" rIns="0" bIns="0" rtlCol="0" anchor="t"/>
          <a:lstStyle/>
          <a:p>
            <a:pPr marL="0" indent="0" algn="l">
              <a:lnSpc>
                <a:spcPts val="1024"/>
              </a:lnSpc>
              <a:buNone/>
            </a:pPr>
            <a:r>
              <a:rPr lang="en-US" sz="731" dirty="0">
                <a:solidFill>
                  <a:srgbClr val="B8A9D9"/>
                </a:solidFill>
                <a:latin typeface="Carlito" pitchFamily="34" charset="0"/>
                <a:ea typeface="Carlito" pitchFamily="34" charset="-122"/>
                <a:cs typeface="Carlito" pitchFamily="34" charset="-120"/>
              </a:rPr>
              <a:t>The </a:t>
            </a:r>
            <a:r>
              <a:rPr lang="en-US" sz="731" dirty="0">
                <a:solidFill>
                  <a:srgbClr val="FF8EC7"/>
                </a:solidFill>
                <a:latin typeface="Courier New" pitchFamily="34" charset="0"/>
                <a:ea typeface="Courier New" pitchFamily="34" charset="-122"/>
                <a:cs typeface="Courier New" pitchFamily="34" charset="-120"/>
              </a:rPr>
              <a:t>calculateStreakMultiplier()</a:t>
            </a:r>
            <a:r>
              <a:rPr lang="en-US" sz="731" dirty="0">
                <a:solidFill>
                  <a:srgbClr val="B8A9D9"/>
                </a:solidFill>
                <a:latin typeface="Carlito" pitchFamily="34" charset="0"/>
                <a:ea typeface="Carlito" pitchFamily="34" charset="-122"/>
                <a:cs typeface="Carlito" pitchFamily="34" charset="-120"/>
              </a:rPr>
              <a:t> recursive method, the </a:t>
            </a:r>
            <a:r>
              <a:rPr lang="en-US" sz="731" dirty="0">
                <a:solidFill>
                  <a:srgbClr val="FF8EC7"/>
                </a:solidFill>
                <a:latin typeface="Courier New" pitchFamily="34" charset="0"/>
                <a:ea typeface="Courier New" pitchFamily="34" charset="-122"/>
                <a:cs typeface="Courier New" pitchFamily="34" charset="-120"/>
              </a:rPr>
              <a:t>main()</a:t>
            </a:r>
            <a:r>
              <a:rPr lang="en-US" sz="731" dirty="0">
                <a:solidFill>
                  <a:srgbClr val="B8A9D9"/>
                </a:solidFill>
                <a:latin typeface="Carlito" pitchFamily="34" charset="0"/>
                <a:ea typeface="Carlito" pitchFamily="34" charset="-122"/>
                <a:cs typeface="Carlito" pitchFamily="34" charset="-120"/>
              </a:rPr>
              <a:t> entry, and Case 1 — analyzing play counts with a 1D array.</a:t>
            </a:r>
            <a:endParaRPr lang="en-US" sz="731" dirty="0"/>
          </a:p>
        </p:txBody>
      </p:sp>
      <p:sp>
        <p:nvSpPr>
          <p:cNvPr id="11" name="Text 7"/>
          <p:cNvSpPr/>
          <p:nvPr/>
        </p:nvSpPr>
        <p:spPr>
          <a:xfrm>
            <a:off x="6555840" y="727100"/>
            <a:ext cx="296916" cy="142646"/>
          </a:xfrm>
          <a:prstGeom prst="rect">
            <a:avLst/>
          </a:prstGeom>
          <a:noFill/>
          <a:ln/>
        </p:spPr>
        <p:txBody>
          <a:bodyPr wrap="none" lIns="0" tIns="0" rIns="0" bIns="0" rtlCol="0" anchor="t"/>
          <a:lstStyle/>
          <a:p>
            <a:pPr marL="0" indent="0" algn="l">
              <a:lnSpc>
                <a:spcPts val="844"/>
              </a:lnSpc>
              <a:buNone/>
            </a:pPr>
            <a:endParaRPr lang="en-US" sz="800" dirty="0"/>
          </a:p>
        </p:txBody>
      </p:sp>
      <p:sp>
        <p:nvSpPr>
          <p:cNvPr id="12" name="Text 8"/>
          <p:cNvSpPr/>
          <p:nvPr/>
        </p:nvSpPr>
        <p:spPr>
          <a:xfrm>
            <a:off x="6253460" y="730672"/>
            <a:ext cx="91440" cy="91440"/>
          </a:xfrm>
          <a:prstGeom prst="rect">
            <a:avLst/>
          </a:prstGeom>
          <a:noFill/>
          <a:ln/>
        </p:spPr>
        <p:txBody>
          <a:bodyPr wrap="none" lIns="0" tIns="0" rIns="0" bIns="0" rtlCol="0" anchor="ctr"/>
          <a:lstStyle/>
          <a:p>
            <a:pPr marL="0" indent="0" algn="ctr">
              <a:buNone/>
            </a:pPr>
            <a:endParaRPr lang="en-US" sz="844" dirty="0"/>
          </a:p>
        </p:txBody>
      </p:sp>
      <p:sp>
        <p:nvSpPr>
          <p:cNvPr id="13" name="Text 9"/>
          <p:cNvSpPr/>
          <p:nvPr/>
        </p:nvSpPr>
        <p:spPr>
          <a:xfrm>
            <a:off x="6374904" y="719956"/>
            <a:ext cx="355848" cy="107156"/>
          </a:xfrm>
          <a:prstGeom prst="rect">
            <a:avLst/>
          </a:prstGeom>
          <a:noFill/>
          <a:ln/>
        </p:spPr>
        <p:txBody>
          <a:bodyPr wrap="none" lIns="0" tIns="0" rIns="0" bIns="0" rtlCol="0" anchor="t"/>
          <a:lstStyle/>
          <a:p>
            <a:pPr marL="0" indent="0" algn="l">
              <a:lnSpc>
                <a:spcPts val="844"/>
              </a:lnSpc>
              <a:buNone/>
            </a:pPr>
            <a:endParaRPr lang="en-US" sz="800" dirty="0"/>
          </a:p>
        </p:txBody>
      </p:sp>
      <p:sp>
        <p:nvSpPr>
          <p:cNvPr id="15" name="Text 11"/>
          <p:cNvSpPr/>
          <p:nvPr/>
        </p:nvSpPr>
        <p:spPr>
          <a:xfrm>
            <a:off x="6945064" y="730672"/>
            <a:ext cx="91440" cy="91440"/>
          </a:xfrm>
          <a:prstGeom prst="rect">
            <a:avLst/>
          </a:prstGeom>
          <a:noFill/>
          <a:ln/>
        </p:spPr>
        <p:txBody>
          <a:bodyPr wrap="none" lIns="0" tIns="0" rIns="0" bIns="0" rtlCol="0" anchor="ctr"/>
          <a:lstStyle/>
          <a:p>
            <a:pPr marL="0" indent="0" algn="ctr">
              <a:buNone/>
            </a:pPr>
            <a:endParaRPr lang="en-US" sz="844" dirty="0"/>
          </a:p>
        </p:txBody>
      </p:sp>
      <p:sp>
        <p:nvSpPr>
          <p:cNvPr id="16" name="Text 12"/>
          <p:cNvSpPr/>
          <p:nvPr/>
        </p:nvSpPr>
        <p:spPr>
          <a:xfrm>
            <a:off x="7021013" y="719956"/>
            <a:ext cx="371048" cy="107156"/>
          </a:xfrm>
          <a:prstGeom prst="rect">
            <a:avLst/>
          </a:prstGeom>
          <a:noFill/>
          <a:ln/>
        </p:spPr>
        <p:txBody>
          <a:bodyPr wrap="none" lIns="0" tIns="0" rIns="0" bIns="0" rtlCol="0" anchor="t"/>
          <a:lstStyle/>
          <a:p>
            <a:pPr marL="0" indent="0" algn="l">
              <a:lnSpc>
                <a:spcPts val="844"/>
              </a:lnSpc>
              <a:buNone/>
            </a:pPr>
            <a:endParaRPr lang="en-US" sz="600" dirty="0"/>
          </a:p>
        </p:txBody>
      </p:sp>
      <p:sp>
        <p:nvSpPr>
          <p:cNvPr id="18" name="Text 14"/>
          <p:cNvSpPr/>
          <p:nvPr/>
        </p:nvSpPr>
        <p:spPr>
          <a:xfrm>
            <a:off x="7560878" y="730672"/>
            <a:ext cx="91440" cy="91440"/>
          </a:xfrm>
          <a:prstGeom prst="rect">
            <a:avLst/>
          </a:prstGeom>
          <a:noFill/>
          <a:ln/>
        </p:spPr>
        <p:txBody>
          <a:bodyPr wrap="none" lIns="0" tIns="0" rIns="0" bIns="0" rtlCol="0" anchor="ctr"/>
          <a:lstStyle/>
          <a:p>
            <a:pPr marL="0" indent="0" algn="ctr">
              <a:buNone/>
            </a:pPr>
            <a:endParaRPr lang="en-US" sz="844" dirty="0"/>
          </a:p>
        </p:txBody>
      </p:sp>
      <p:sp>
        <p:nvSpPr>
          <p:cNvPr id="19" name="Text 15"/>
          <p:cNvSpPr/>
          <p:nvPr/>
        </p:nvSpPr>
        <p:spPr>
          <a:xfrm>
            <a:off x="7634132" y="719956"/>
            <a:ext cx="456468" cy="107156"/>
          </a:xfrm>
          <a:prstGeom prst="rect">
            <a:avLst/>
          </a:prstGeom>
          <a:noFill/>
          <a:ln/>
        </p:spPr>
        <p:txBody>
          <a:bodyPr wrap="none" lIns="0" tIns="0" rIns="0" bIns="0" rtlCol="0" anchor="t"/>
          <a:lstStyle/>
          <a:p>
            <a:pPr marL="0" indent="0" algn="l">
              <a:lnSpc>
                <a:spcPts val="844"/>
              </a:lnSpc>
              <a:buNone/>
            </a:pPr>
            <a:endParaRPr lang="en-US" sz="600" dirty="0"/>
          </a:p>
        </p:txBody>
      </p:sp>
      <p:sp>
        <p:nvSpPr>
          <p:cNvPr id="21" name="Text 17"/>
          <p:cNvSpPr/>
          <p:nvPr/>
        </p:nvSpPr>
        <p:spPr>
          <a:xfrm>
            <a:off x="8493919" y="727100"/>
            <a:ext cx="278606" cy="142646"/>
          </a:xfrm>
          <a:prstGeom prst="rect">
            <a:avLst/>
          </a:prstGeom>
          <a:noFill/>
          <a:ln/>
        </p:spPr>
        <p:txBody>
          <a:bodyPr wrap="none" lIns="0" tIns="0" rIns="0" bIns="0" rtlCol="0" anchor="t"/>
          <a:lstStyle/>
          <a:p>
            <a:pPr marL="0" indent="0" algn="l">
              <a:lnSpc>
                <a:spcPts val="844"/>
              </a:lnSpc>
              <a:buNone/>
            </a:pPr>
            <a:endParaRPr lang="en-US" sz="600" dirty="0"/>
          </a:p>
        </p:txBody>
      </p:sp>
      <p:sp>
        <p:nvSpPr>
          <p:cNvPr id="22" name="Text 18"/>
          <p:cNvSpPr/>
          <p:nvPr/>
        </p:nvSpPr>
        <p:spPr>
          <a:xfrm>
            <a:off x="8256724" y="730672"/>
            <a:ext cx="91440" cy="91440"/>
          </a:xfrm>
          <a:prstGeom prst="rect">
            <a:avLst/>
          </a:prstGeom>
          <a:noFill/>
          <a:ln/>
        </p:spPr>
        <p:txBody>
          <a:bodyPr wrap="none" lIns="0" tIns="0" rIns="0" bIns="0" rtlCol="0" anchor="ctr"/>
          <a:lstStyle/>
          <a:p>
            <a:pPr marL="0" indent="0" algn="ctr">
              <a:buNone/>
            </a:pPr>
            <a:endParaRPr lang="en-US" sz="844" dirty="0"/>
          </a:p>
        </p:txBody>
      </p:sp>
      <p:sp>
        <p:nvSpPr>
          <p:cNvPr id="23" name="Text 19"/>
          <p:cNvSpPr/>
          <p:nvPr/>
        </p:nvSpPr>
        <p:spPr>
          <a:xfrm>
            <a:off x="8378168" y="719956"/>
            <a:ext cx="315776" cy="107156"/>
          </a:xfrm>
          <a:prstGeom prst="rect">
            <a:avLst/>
          </a:prstGeom>
          <a:noFill/>
          <a:ln/>
        </p:spPr>
        <p:txBody>
          <a:bodyPr wrap="none" lIns="0" tIns="0" rIns="0" bIns="0" rtlCol="0" anchor="t"/>
          <a:lstStyle/>
          <a:p>
            <a:pPr marL="0" indent="0" algn="l">
              <a:lnSpc>
                <a:spcPts val="844"/>
              </a:lnSpc>
              <a:buNone/>
            </a:pPr>
            <a:endParaRPr lang="en-US" sz="800" dirty="0"/>
          </a:p>
        </p:txBody>
      </p:sp>
      <p:sp>
        <p:nvSpPr>
          <p:cNvPr id="24" name="Text 20"/>
          <p:cNvSpPr/>
          <p:nvPr/>
        </p:nvSpPr>
        <p:spPr>
          <a:xfrm>
            <a:off x="375047" y="994990"/>
            <a:ext cx="4129088" cy="3850481"/>
          </a:xfrm>
          <a:prstGeom prst="roundRect">
            <a:avLst>
              <a:gd name="adj" fmla="val 3463"/>
            </a:avLst>
          </a:prstGeom>
          <a:solidFill>
            <a:srgbClr val="FFFFFF">
              <a:alpha val="5000"/>
            </a:srgbClr>
          </a:solidFill>
          <a:ln w="7144">
            <a:solidFill>
              <a:srgbClr val="9B51E0"/>
            </a:solidFill>
            <a:prstDash val="solid"/>
          </a:ln>
          <a:effectLst>
            <a:outerShdw blurRad="247650" dist="50800" dir="16200000" algn="bl" rotWithShape="0">
              <a:srgbClr val="9B51E0">
                <a:alpha val="20000"/>
              </a:srgbClr>
            </a:outerShdw>
          </a:effectLst>
        </p:spPr>
        <p:txBody>
          <a:bodyPr wrap="square" rtlCol="0" anchor="ctr"/>
          <a:lstStyle/>
          <a:p>
            <a:pPr marL="0" indent="0">
              <a:buNone/>
            </a:pPr>
            <a:endParaRPr lang="en-US" dirty="0"/>
          </a:p>
        </p:txBody>
      </p:sp>
      <p:pic>
        <p:nvPicPr>
          <p:cNvPr id="25" name="Image 2" descr="/tmp/h2p-fit-1790763881662-eh4g1i.png"/>
          <p:cNvPicPr>
            <a:picLocks noChangeAspect="1"/>
          </p:cNvPicPr>
          <p:nvPr/>
        </p:nvPicPr>
        <p:blipFill>
          <a:blip r:embed="rId4"/>
          <a:stretch>
            <a:fillRect/>
          </a:stretch>
        </p:blipFill>
        <p:spPr>
          <a:xfrm>
            <a:off x="492919" y="1517600"/>
            <a:ext cx="3893344" cy="2608473"/>
          </a:xfrm>
          <a:prstGeom prst="rect">
            <a:avLst/>
          </a:prstGeom>
        </p:spPr>
      </p:pic>
      <p:sp>
        <p:nvSpPr>
          <p:cNvPr id="26" name="Text 21"/>
          <p:cNvSpPr/>
          <p:nvPr/>
        </p:nvSpPr>
        <p:spPr>
          <a:xfrm>
            <a:off x="556208" y="4211799"/>
            <a:ext cx="3766765" cy="148106"/>
          </a:xfrm>
          <a:prstGeom prst="rect">
            <a:avLst/>
          </a:prstGeom>
          <a:noFill/>
          <a:ln/>
        </p:spPr>
        <p:txBody>
          <a:bodyPr wrap="square" lIns="0" tIns="0" rIns="0" bIns="0" rtlCol="0" anchor="t"/>
          <a:lstStyle/>
          <a:p>
            <a:pPr marL="0" indent="0" algn="ctr">
              <a:lnSpc>
                <a:spcPts val="987"/>
              </a:lnSpc>
              <a:buNone/>
            </a:pPr>
            <a:r>
              <a:rPr lang="en-US" sz="731" kern="0" spc="15" dirty="0">
                <a:solidFill>
                  <a:srgbClr val="B8A9D9"/>
                </a:solidFill>
                <a:latin typeface="Courier New" pitchFamily="34" charset="0"/>
                <a:ea typeface="Courier New" pitchFamily="34" charset="-122"/>
                <a:cs typeface="Courier New" pitchFamily="34" charset="-120"/>
              </a:rPr>
              <a:t>calculateStreakMultiplier() recursive method + main() + 4-option menu + switch</a:t>
            </a:r>
            <a:endParaRPr lang="en-US" sz="731" dirty="0"/>
          </a:p>
        </p:txBody>
      </p:sp>
      <p:sp>
        <p:nvSpPr>
          <p:cNvPr id="27" name="Text 22"/>
          <p:cNvSpPr/>
          <p:nvPr/>
        </p:nvSpPr>
        <p:spPr>
          <a:xfrm>
            <a:off x="4639866" y="994990"/>
            <a:ext cx="4129088" cy="3850481"/>
          </a:xfrm>
          <a:prstGeom prst="roundRect">
            <a:avLst>
              <a:gd name="adj" fmla="val 3463"/>
            </a:avLst>
          </a:prstGeom>
          <a:solidFill>
            <a:srgbClr val="FFFFFF">
              <a:alpha val="5000"/>
            </a:srgbClr>
          </a:solidFill>
          <a:ln w="7144">
            <a:solidFill>
              <a:srgbClr val="9B51E0"/>
            </a:solidFill>
            <a:prstDash val="solid"/>
          </a:ln>
          <a:effectLst>
            <a:outerShdw blurRad="247650" dist="50800" dir="16200000" algn="bl" rotWithShape="0">
              <a:srgbClr val="9B51E0">
                <a:alpha val="20000"/>
              </a:srgbClr>
            </a:outerShdw>
          </a:effectLst>
        </p:spPr>
        <p:txBody>
          <a:bodyPr wrap="square" rtlCol="0" anchor="ctr"/>
          <a:lstStyle/>
          <a:p>
            <a:pPr marL="0" indent="0">
              <a:buNone/>
            </a:pPr>
            <a:endParaRPr lang="en-US" dirty="0"/>
          </a:p>
        </p:txBody>
      </p:sp>
      <p:pic>
        <p:nvPicPr>
          <p:cNvPr id="28" name="Image 3" descr="/tmp/h2p-fit-1790763881727-uhz1rw.png"/>
          <p:cNvPicPr>
            <a:picLocks noChangeAspect="1"/>
          </p:cNvPicPr>
          <p:nvPr/>
        </p:nvPicPr>
        <p:blipFill>
          <a:blip r:embed="rId5"/>
          <a:stretch>
            <a:fillRect/>
          </a:stretch>
        </p:blipFill>
        <p:spPr>
          <a:xfrm>
            <a:off x="4757738" y="1241448"/>
            <a:ext cx="3893344" cy="3357563"/>
          </a:xfrm>
          <a:prstGeom prst="rect">
            <a:avLst/>
          </a:prstGeom>
        </p:spPr>
      </p:pic>
      <p:sp>
        <p:nvSpPr>
          <p:cNvPr id="29" name="Text 23"/>
          <p:cNvSpPr/>
          <p:nvPr/>
        </p:nvSpPr>
        <p:spPr>
          <a:xfrm>
            <a:off x="4845137" y="4586288"/>
            <a:ext cx="3718545" cy="148106"/>
          </a:xfrm>
          <a:prstGeom prst="rect">
            <a:avLst/>
          </a:prstGeom>
          <a:noFill/>
          <a:ln/>
        </p:spPr>
        <p:txBody>
          <a:bodyPr wrap="square" lIns="0" tIns="0" rIns="0" bIns="0" rtlCol="0" anchor="t"/>
          <a:lstStyle/>
          <a:p>
            <a:pPr marL="0" indent="0" algn="ctr">
              <a:lnSpc>
                <a:spcPts val="987"/>
              </a:lnSpc>
              <a:buNone/>
            </a:pPr>
            <a:r>
              <a:rPr lang="en-US" sz="731" kern="0" spc="15" dirty="0">
                <a:solidFill>
                  <a:srgbClr val="B8A9D9"/>
                </a:solidFill>
                <a:latin typeface="Courier New" pitchFamily="34" charset="0"/>
                <a:ea typeface="Courier New" pitchFamily="34" charset="-122"/>
                <a:cs typeface="Courier New" pitchFamily="34" charset="-120"/>
              </a:rPr>
              <a:t>Case 1 — analyze playlist play counts via 1D array + total + max-finding loop</a:t>
            </a:r>
            <a:endParaRPr lang="en-US" sz="731" dirty="0"/>
          </a:p>
        </p:txBody>
      </p:sp>
      <p:sp>
        <p:nvSpPr>
          <p:cNvPr id="30" name="Text 24"/>
          <p:cNvSpPr/>
          <p:nvPr/>
        </p:nvSpPr>
        <p:spPr>
          <a:xfrm>
            <a:off x="595345" y="1174940"/>
            <a:ext cx="1558548" cy="234088"/>
          </a:xfrm>
          <a:prstGeom prst="roundRect">
            <a:avLst>
              <a:gd name="adj" fmla="val 21164"/>
            </a:avLst>
          </a:prstGeom>
          <a:solidFill>
            <a:srgbClr val="FF3D8B">
              <a:alpha val="18000"/>
            </a:srgbClr>
          </a:solidFill>
          <a:ln w="7144">
            <a:solidFill>
              <a:srgbClr val="FF3D8B"/>
            </a:solidFill>
            <a:prstDash val="solid"/>
          </a:ln>
        </p:spPr>
        <p:txBody>
          <a:bodyPr wrap="square" rtlCol="0" anchor="ctr"/>
          <a:lstStyle/>
          <a:p>
            <a:pPr marL="0" indent="0">
              <a:buNone/>
            </a:pPr>
            <a:endParaRPr lang="en-US" dirty="0"/>
          </a:p>
        </p:txBody>
      </p:sp>
      <p:sp>
        <p:nvSpPr>
          <p:cNvPr id="31" name="Text 25"/>
          <p:cNvSpPr/>
          <p:nvPr/>
        </p:nvSpPr>
        <p:spPr>
          <a:xfrm>
            <a:off x="742063" y="1222721"/>
            <a:ext cx="1265113" cy="160734"/>
          </a:xfrm>
          <a:prstGeom prst="rect">
            <a:avLst/>
          </a:prstGeom>
          <a:noFill/>
          <a:ln/>
        </p:spPr>
        <p:txBody>
          <a:bodyPr wrap="none" lIns="0" tIns="0" rIns="0" bIns="0" rtlCol="0" anchor="ctr"/>
          <a:lstStyle/>
          <a:p>
            <a:pPr marL="0" indent="0" algn="ctr">
              <a:lnSpc>
                <a:spcPts val="928"/>
              </a:lnSpc>
              <a:buNone/>
            </a:pPr>
            <a:r>
              <a:rPr lang="en-US" sz="800" kern="0" spc="111" dirty="0">
                <a:solidFill>
                  <a:srgbClr val="FF8EC7"/>
                </a:solidFill>
                <a:latin typeface="Liberation Sans Narrow" pitchFamily="34" charset="0"/>
                <a:ea typeface="Liberation Sans Narrow" pitchFamily="34" charset="-122"/>
                <a:cs typeface="Liberation Sans Narrow" pitchFamily="34" charset="-120"/>
              </a:rPr>
              <a:t>01 — RECURSION + MAIN</a:t>
            </a:r>
            <a:endParaRPr lang="en-US" sz="800" dirty="0"/>
          </a:p>
        </p:txBody>
      </p:sp>
      <p:sp>
        <p:nvSpPr>
          <p:cNvPr id="32" name="Text 26"/>
          <p:cNvSpPr/>
          <p:nvPr/>
        </p:nvSpPr>
        <p:spPr>
          <a:xfrm>
            <a:off x="4795242" y="1053694"/>
            <a:ext cx="1815962" cy="153591"/>
          </a:xfrm>
          <a:prstGeom prst="roundRect">
            <a:avLst>
              <a:gd name="adj" fmla="val 24806"/>
            </a:avLst>
          </a:prstGeom>
          <a:solidFill>
            <a:srgbClr val="FF3D8B">
              <a:alpha val="18000"/>
            </a:srgbClr>
          </a:solidFill>
          <a:ln w="7144">
            <a:solidFill>
              <a:srgbClr val="FF3D8B"/>
            </a:solidFill>
            <a:prstDash val="solid"/>
          </a:ln>
        </p:spPr>
        <p:txBody>
          <a:bodyPr wrap="square" rtlCol="0" anchor="ctr"/>
          <a:lstStyle/>
          <a:p>
            <a:pPr marL="0" indent="0">
              <a:buNone/>
            </a:pPr>
            <a:endParaRPr lang="en-US" dirty="0"/>
          </a:p>
        </p:txBody>
      </p:sp>
      <p:sp>
        <p:nvSpPr>
          <p:cNvPr id="33" name="Text 27"/>
          <p:cNvSpPr/>
          <p:nvPr/>
        </p:nvSpPr>
        <p:spPr>
          <a:xfrm>
            <a:off x="4795242" y="1061363"/>
            <a:ext cx="1819534" cy="224444"/>
          </a:xfrm>
          <a:prstGeom prst="rect">
            <a:avLst/>
          </a:prstGeom>
          <a:noFill/>
          <a:ln/>
        </p:spPr>
        <p:txBody>
          <a:bodyPr wrap="none" lIns="64294" tIns="14288" rIns="64294" bIns="14288" rtlCol="0" anchor="t"/>
          <a:lstStyle/>
          <a:p>
            <a:pPr marL="0" indent="0" algn="l">
              <a:lnSpc>
                <a:spcPts val="928"/>
              </a:lnSpc>
              <a:buNone/>
            </a:pPr>
            <a:r>
              <a:rPr lang="en-US" sz="800" kern="0" spc="111" dirty="0">
                <a:solidFill>
                  <a:srgbClr val="FF8EC7"/>
                </a:solidFill>
                <a:latin typeface="Liberation Sans Narrow" pitchFamily="34" charset="0"/>
                <a:ea typeface="Liberation Sans Narrow" pitchFamily="34" charset="-122"/>
                <a:cs typeface="Liberation Sans Narrow" pitchFamily="34" charset="-120"/>
              </a:rPr>
              <a:t>02 — PLAY COUNTS (Case 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rot="20700000">
            <a:off x="-216098" y="3750469"/>
            <a:ext cx="914400" cy="1393031"/>
          </a:xfrm>
          <a:prstGeom prst="rect">
            <a:avLst/>
          </a:prstGeom>
          <a:noFill/>
          <a:ln/>
        </p:spPr>
        <p:txBody>
          <a:bodyPr wrap="none" lIns="0" tIns="0" rIns="0" bIns="0" rtlCol="0" anchor="ctr"/>
          <a:lstStyle/>
          <a:p>
            <a:pPr marL="0" indent="0" algn="ctr">
              <a:buNone/>
            </a:pPr>
            <a:r>
              <a:rPr lang="en-US" sz="9563" dirty="0">
                <a:solidFill>
                  <a:srgbClr val="C77DFF">
                    <a:alpha val="8000"/>
                  </a:srgbClr>
                </a:solidFill>
                <a:latin typeface="Segoe UI Symbol" pitchFamily="34" charset="0"/>
                <a:ea typeface="Segoe UI Symbol" pitchFamily="34" charset="-122"/>
                <a:cs typeface="Segoe UI Symbol" pitchFamily="34" charset="-120"/>
              </a:rPr>
              <a:t>♫</a:t>
            </a:r>
            <a:endParaRPr lang="en-US" sz="9563" dirty="0"/>
          </a:p>
        </p:txBody>
      </p:sp>
      <p:sp>
        <p:nvSpPr>
          <p:cNvPr id="5" name="Text 1"/>
          <p:cNvSpPr/>
          <p:nvPr/>
        </p:nvSpPr>
        <p:spPr>
          <a:xfrm>
            <a:off x="457200" y="4857750"/>
            <a:ext cx="7819169"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6" name="Text 2"/>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10 / 15</a:t>
            </a:r>
            <a:endParaRPr lang="en-US" sz="800" dirty="0"/>
          </a:p>
        </p:txBody>
      </p:sp>
      <p:sp>
        <p:nvSpPr>
          <p:cNvPr id="7" name="Text 3"/>
          <p:cNvSpPr/>
          <p:nvPr/>
        </p:nvSpPr>
        <p:spPr>
          <a:xfrm>
            <a:off x="371475" y="271463"/>
            <a:ext cx="6410333" cy="151162"/>
          </a:xfrm>
          <a:prstGeom prst="rect">
            <a:avLst/>
          </a:prstGeom>
          <a:noFill/>
          <a:ln/>
        </p:spPr>
        <p:txBody>
          <a:bodyPr wrap="square" lIns="0" tIns="0" rIns="0" bIns="0" rtlCol="0" anchor="t">
            <a:normAutofit/>
          </a:bodyPr>
          <a:lstStyle/>
          <a:p>
            <a:pPr marL="0" indent="0" algn="l">
              <a:lnSpc>
                <a:spcPts val="1181"/>
              </a:lnSpc>
              <a:buNone/>
            </a:pPr>
            <a:r>
              <a:rPr lang="en-US" sz="800" kern="0" spc="142" dirty="0">
                <a:solidFill>
                  <a:srgbClr val="C77DFF"/>
                </a:solidFill>
                <a:latin typeface="Courier New" pitchFamily="34" charset="0"/>
                <a:ea typeface="Courier New" pitchFamily="34" charset="-122"/>
                <a:cs typeface="Courier New" pitchFamily="34" charset="-120"/>
              </a:rPr>
              <a:t>08 / 15 — IMPLEMENTATION (PART 2 OF 2)</a:t>
            </a:r>
            <a:endParaRPr lang="en-US" sz="800" dirty="0"/>
          </a:p>
        </p:txBody>
      </p:sp>
      <p:sp>
        <p:nvSpPr>
          <p:cNvPr id="8" name="Text 4"/>
          <p:cNvSpPr/>
          <p:nvPr/>
        </p:nvSpPr>
        <p:spPr>
          <a:xfrm>
            <a:off x="371475" y="450056"/>
            <a:ext cx="5802243" cy="255416"/>
          </a:xfrm>
          <a:prstGeom prst="rect">
            <a:avLst/>
          </a:prstGeom>
          <a:noFill/>
          <a:ln/>
        </p:spPr>
        <p:txBody>
          <a:bodyPr wrap="square" lIns="0" tIns="0" rIns="0" bIns="0" rtlCol="0" anchor="t">
            <a:normAutofit/>
          </a:bodyPr>
          <a:lstStyle/>
          <a:p>
            <a:pPr marL="0" indent="0" algn="l">
              <a:lnSpc>
                <a:spcPts val="1890"/>
              </a:lnSpc>
              <a:buNone/>
            </a:pPr>
            <a:r>
              <a:rPr lang="en-US" sz="1800" b="1" dirty="0">
                <a:solidFill>
                  <a:srgbClr val="F3EAFE"/>
                </a:solidFill>
                <a:latin typeface="Carlito" pitchFamily="34" charset="0"/>
                <a:ea typeface="Carlito" pitchFamily="34" charset="-122"/>
                <a:cs typeface="Carlito" pitchFamily="34" charset="-120"/>
              </a:rPr>
              <a:t>Java Code — </a:t>
            </a:r>
            <a:r>
              <a:rPr lang="en-US" sz="1800" b="1" dirty="0">
                <a:solidFill>
                  <a:srgbClr val="C77DFF"/>
                </a:solidFill>
                <a:latin typeface="Liberation Sans Narrow" pitchFamily="34" charset="0"/>
                <a:ea typeface="Liberation Sans Narrow" pitchFamily="34" charset="-122"/>
                <a:cs typeface="Liberation Sans Narrow" pitchFamily="34" charset="-120"/>
              </a:rPr>
              <a:t>2D Matrix, Streak &amp; Exit</a:t>
            </a:r>
            <a:endParaRPr lang="en-US" sz="1800" dirty="0"/>
          </a:p>
        </p:txBody>
      </p:sp>
      <p:sp>
        <p:nvSpPr>
          <p:cNvPr id="9" name="Text 5"/>
          <p:cNvSpPr/>
          <p:nvPr/>
        </p:nvSpPr>
        <p:spPr>
          <a:xfrm>
            <a:off x="371475" y="732904"/>
            <a:ext cx="5274766" cy="153514"/>
          </a:xfrm>
          <a:prstGeom prst="rect">
            <a:avLst/>
          </a:prstGeom>
          <a:noFill/>
          <a:ln/>
        </p:spPr>
        <p:txBody>
          <a:bodyPr wrap="square" lIns="0" tIns="0" rIns="0" bIns="0" rtlCol="0" anchor="t"/>
          <a:lstStyle/>
          <a:p>
            <a:pPr marL="0" indent="0" algn="l">
              <a:lnSpc>
                <a:spcPts val="1024"/>
              </a:lnSpc>
              <a:buNone/>
            </a:pPr>
            <a:r>
              <a:rPr lang="en-US" sz="731" dirty="0">
                <a:solidFill>
                  <a:srgbClr val="B8A9D9"/>
                </a:solidFill>
                <a:latin typeface="Liberation Sans Narrow" pitchFamily="34" charset="0"/>
                <a:ea typeface="Liberation Sans Narrow" pitchFamily="34" charset="-122"/>
                <a:cs typeface="Liberation Sans Narrow" pitchFamily="34" charset="-120"/>
              </a:rPr>
              <a:t>Case 2 builds a </a:t>
            </a:r>
            <a:r>
              <a:rPr lang="en-US" sz="731" dirty="0">
                <a:solidFill>
                  <a:srgbClr val="FF8EC7"/>
                </a:solidFill>
                <a:latin typeface="Liberation Sans Narrow" pitchFamily="34" charset="0"/>
                <a:ea typeface="Liberation Sans Narrow" pitchFamily="34" charset="-122"/>
                <a:cs typeface="Liberation Sans Narrow" pitchFamily="34" charset="-120"/>
              </a:rPr>
              <a:t>int[4][3]</a:t>
            </a:r>
            <a:r>
              <a:rPr lang="en-US" sz="731" dirty="0">
                <a:solidFill>
                  <a:srgbClr val="B8A9D9"/>
                </a:solidFill>
                <a:latin typeface="Carlito" pitchFamily="34" charset="0"/>
                <a:ea typeface="Carlito" pitchFamily="34" charset="-122"/>
                <a:cs typeface="Carlito" pitchFamily="34" charset="-120"/>
              </a:rPr>
              <a:t> matrix of weekly genre streams; Case 3 calls the recursive multiplier; Case 4 closes the app.</a:t>
            </a:r>
            <a:endParaRPr lang="en-US" sz="731" dirty="0"/>
          </a:p>
        </p:txBody>
      </p:sp>
      <p:sp>
        <p:nvSpPr>
          <p:cNvPr id="10" name="Text 6"/>
          <p:cNvSpPr/>
          <p:nvPr/>
        </p:nvSpPr>
        <p:spPr>
          <a:xfrm>
            <a:off x="5774829" y="673522"/>
            <a:ext cx="594382"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11" name="Text 7"/>
          <p:cNvSpPr/>
          <p:nvPr/>
        </p:nvSpPr>
        <p:spPr>
          <a:xfrm>
            <a:off x="6070561" y="727100"/>
            <a:ext cx="347269" cy="142646"/>
          </a:xfrm>
          <a:prstGeom prst="rect">
            <a:avLst/>
          </a:prstGeom>
          <a:noFill/>
          <a:ln/>
        </p:spPr>
        <p:txBody>
          <a:bodyPr wrap="none" lIns="0" tIns="0" rIns="0" bIns="0" rtlCol="0" anchor="t"/>
          <a:lstStyle/>
          <a:p>
            <a:pPr marL="0" indent="0" algn="l">
              <a:lnSpc>
                <a:spcPts val="844"/>
              </a:lnSpc>
              <a:buNone/>
            </a:pPr>
            <a:r>
              <a:rPr lang="en-US" sz="800" kern="0" spc="34" dirty="0">
                <a:solidFill>
                  <a:srgbClr val="F3EAFE"/>
                </a:solidFill>
                <a:latin typeface="Courier New" pitchFamily="34" charset="0"/>
                <a:ea typeface="Courier New" pitchFamily="34" charset="-122"/>
                <a:cs typeface="Courier New" pitchFamily="34" charset="-120"/>
              </a:rPr>
              <a:t>array</a:t>
            </a:r>
            <a:endParaRPr lang="en-US" sz="800" dirty="0"/>
          </a:p>
        </p:txBody>
      </p:sp>
      <p:sp>
        <p:nvSpPr>
          <p:cNvPr id="12" name="Text 8"/>
          <p:cNvSpPr/>
          <p:nvPr/>
        </p:nvSpPr>
        <p:spPr>
          <a:xfrm>
            <a:off x="5853410"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13" name="Text 9"/>
          <p:cNvSpPr/>
          <p:nvPr/>
        </p:nvSpPr>
        <p:spPr>
          <a:xfrm>
            <a:off x="5974854" y="719956"/>
            <a:ext cx="315776" cy="107156"/>
          </a:xfrm>
          <a:prstGeom prst="rect">
            <a:avLst/>
          </a:prstGeom>
          <a:noFill/>
          <a:ln/>
        </p:spPr>
        <p:txBody>
          <a:bodyPr wrap="none" lIns="0" tIns="0" rIns="0" bIns="0" rtlCol="0" anchor="t"/>
          <a:lstStyle/>
          <a:p>
            <a:pPr marL="0" indent="0" algn="l">
              <a:lnSpc>
                <a:spcPts val="844"/>
              </a:lnSpc>
              <a:buNone/>
            </a:pPr>
            <a:r>
              <a:rPr lang="en-US" sz="800" kern="0" spc="34" dirty="0">
                <a:solidFill>
                  <a:srgbClr val="FF8EC7"/>
                </a:solidFill>
                <a:latin typeface="Liberation Sans Narrow" pitchFamily="34" charset="0"/>
                <a:ea typeface="Liberation Sans Narrow" pitchFamily="34" charset="-122"/>
                <a:cs typeface="Liberation Sans Narrow" pitchFamily="34" charset="-120"/>
              </a:rPr>
              <a:t>2D</a:t>
            </a:r>
            <a:endParaRPr lang="en-US" sz="800" dirty="0"/>
          </a:p>
        </p:txBody>
      </p:sp>
      <p:sp>
        <p:nvSpPr>
          <p:cNvPr id="14" name="Text 10"/>
          <p:cNvSpPr/>
          <p:nvPr/>
        </p:nvSpPr>
        <p:spPr>
          <a:xfrm>
            <a:off x="6426361" y="673522"/>
            <a:ext cx="758689"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15" name="Text 11"/>
          <p:cNvSpPr/>
          <p:nvPr/>
        </p:nvSpPr>
        <p:spPr>
          <a:xfrm>
            <a:off x="6626386" y="727100"/>
            <a:ext cx="587239" cy="142646"/>
          </a:xfrm>
          <a:prstGeom prst="rect">
            <a:avLst/>
          </a:prstGeom>
          <a:noFill/>
          <a:ln/>
        </p:spPr>
        <p:txBody>
          <a:bodyPr wrap="none" lIns="0" tIns="0" rIns="0" bIns="0" rtlCol="0" anchor="t"/>
          <a:lstStyle/>
          <a:p>
            <a:pPr marL="0" indent="0" algn="l">
              <a:lnSpc>
                <a:spcPts val="844"/>
              </a:lnSpc>
              <a:buNone/>
            </a:pPr>
            <a:r>
              <a:rPr lang="en-US" sz="600" kern="0" spc="34" dirty="0">
                <a:solidFill>
                  <a:srgbClr val="F3EAFE"/>
                </a:solidFill>
                <a:latin typeface="Courier New" pitchFamily="34" charset="0"/>
                <a:ea typeface="Courier New" pitchFamily="34" charset="-122"/>
                <a:cs typeface="Courier New" pitchFamily="34" charset="-120"/>
              </a:rPr>
              <a:t>Nested loops</a:t>
            </a:r>
            <a:endParaRPr lang="en-US" sz="600" dirty="0"/>
          </a:p>
        </p:txBody>
      </p:sp>
      <p:sp>
        <p:nvSpPr>
          <p:cNvPr id="16" name="Text 12"/>
          <p:cNvSpPr/>
          <p:nvPr/>
        </p:nvSpPr>
        <p:spPr>
          <a:xfrm>
            <a:off x="6504942"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17" name="Text 13"/>
          <p:cNvSpPr/>
          <p:nvPr/>
        </p:nvSpPr>
        <p:spPr>
          <a:xfrm>
            <a:off x="7242200" y="673522"/>
            <a:ext cx="714487"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18" name="Text 14"/>
          <p:cNvSpPr/>
          <p:nvPr/>
        </p:nvSpPr>
        <p:spPr>
          <a:xfrm>
            <a:off x="7709187" y="727100"/>
            <a:ext cx="284927" cy="142646"/>
          </a:xfrm>
          <a:prstGeom prst="rect">
            <a:avLst/>
          </a:prstGeom>
          <a:noFill/>
          <a:ln/>
        </p:spPr>
        <p:txBody>
          <a:bodyPr wrap="none" lIns="0" tIns="0" rIns="0" bIns="0" rtlCol="0" anchor="t"/>
          <a:lstStyle/>
          <a:p>
            <a:pPr marL="0" indent="0" algn="l">
              <a:lnSpc>
                <a:spcPts val="844"/>
              </a:lnSpc>
              <a:buNone/>
            </a:pPr>
            <a:r>
              <a:rPr lang="en-US" sz="800" kern="0" spc="34" dirty="0">
                <a:solidFill>
                  <a:srgbClr val="F3EAFE"/>
                </a:solidFill>
                <a:latin typeface="Courier New" pitchFamily="34" charset="0"/>
                <a:ea typeface="Courier New" pitchFamily="34" charset="-122"/>
                <a:cs typeface="Courier New" pitchFamily="34" charset="-120"/>
              </a:rPr>
              <a:t>case</a:t>
            </a:r>
            <a:endParaRPr lang="en-US" sz="800" dirty="0"/>
          </a:p>
        </p:txBody>
      </p:sp>
      <p:sp>
        <p:nvSpPr>
          <p:cNvPr id="19" name="Text 15"/>
          <p:cNvSpPr/>
          <p:nvPr/>
        </p:nvSpPr>
        <p:spPr>
          <a:xfrm>
            <a:off x="7320781"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20" name="Text 16"/>
          <p:cNvSpPr/>
          <p:nvPr/>
        </p:nvSpPr>
        <p:spPr>
          <a:xfrm>
            <a:off x="7442225" y="719956"/>
            <a:ext cx="435880" cy="107156"/>
          </a:xfrm>
          <a:prstGeom prst="rect">
            <a:avLst/>
          </a:prstGeom>
          <a:noFill/>
          <a:ln/>
        </p:spPr>
        <p:txBody>
          <a:bodyPr wrap="none" lIns="0" tIns="0" rIns="0" bIns="0" rtlCol="0" anchor="t"/>
          <a:lstStyle/>
          <a:p>
            <a:pPr marL="0" indent="0" algn="l">
              <a:lnSpc>
                <a:spcPts val="844"/>
              </a:lnSpc>
              <a:buNone/>
            </a:pPr>
            <a:r>
              <a:rPr lang="en-US" sz="800" kern="0" spc="34" dirty="0">
                <a:solidFill>
                  <a:srgbClr val="FF8EC7"/>
                </a:solidFill>
                <a:latin typeface="Courier New" pitchFamily="34" charset="0"/>
                <a:ea typeface="Courier New" pitchFamily="34" charset="-122"/>
                <a:cs typeface="Courier New" pitchFamily="34" charset="-120"/>
              </a:rPr>
              <a:t>switch</a:t>
            </a:r>
            <a:endParaRPr lang="en-US" sz="800" dirty="0"/>
          </a:p>
        </p:txBody>
      </p:sp>
      <p:sp>
        <p:nvSpPr>
          <p:cNvPr id="21" name="Text 17"/>
          <p:cNvSpPr/>
          <p:nvPr/>
        </p:nvSpPr>
        <p:spPr>
          <a:xfrm>
            <a:off x="8013836" y="673522"/>
            <a:ext cx="758689"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22" name="Text 18"/>
          <p:cNvSpPr/>
          <p:nvPr/>
        </p:nvSpPr>
        <p:spPr>
          <a:xfrm>
            <a:off x="8196623" y="727100"/>
            <a:ext cx="593141" cy="142646"/>
          </a:xfrm>
          <a:prstGeom prst="rect">
            <a:avLst/>
          </a:prstGeom>
          <a:noFill/>
          <a:ln/>
        </p:spPr>
        <p:txBody>
          <a:bodyPr wrap="none" lIns="0" tIns="0" rIns="0" bIns="0" rtlCol="0" anchor="t"/>
          <a:lstStyle/>
          <a:p>
            <a:pPr marL="0" indent="0" algn="l">
              <a:lnSpc>
                <a:spcPts val="844"/>
              </a:lnSpc>
              <a:buNone/>
            </a:pPr>
            <a:r>
              <a:rPr lang="en-US" sz="600" kern="0" spc="34" dirty="0">
                <a:solidFill>
                  <a:srgbClr val="F3EAFE"/>
                </a:solidFill>
                <a:latin typeface="Courier New" pitchFamily="34" charset="0"/>
                <a:ea typeface="Courier New" pitchFamily="34" charset="-122"/>
                <a:cs typeface="Courier New" pitchFamily="34" charset="-120"/>
              </a:rPr>
              <a:t>GitHub Ready</a:t>
            </a:r>
            <a:endParaRPr lang="en-US" sz="600" dirty="0"/>
          </a:p>
        </p:txBody>
      </p:sp>
      <p:sp>
        <p:nvSpPr>
          <p:cNvPr id="23" name="Text 19"/>
          <p:cNvSpPr/>
          <p:nvPr/>
        </p:nvSpPr>
        <p:spPr>
          <a:xfrm>
            <a:off x="8092418"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24" name="Text 20"/>
          <p:cNvSpPr/>
          <p:nvPr/>
        </p:nvSpPr>
        <p:spPr>
          <a:xfrm>
            <a:off x="375047" y="994990"/>
            <a:ext cx="4129088" cy="3850481"/>
          </a:xfrm>
          <a:prstGeom prst="roundRect">
            <a:avLst>
              <a:gd name="adj" fmla="val 3463"/>
            </a:avLst>
          </a:prstGeom>
          <a:solidFill>
            <a:srgbClr val="FFFFFF">
              <a:alpha val="5000"/>
            </a:srgbClr>
          </a:solidFill>
          <a:ln w="7144">
            <a:solidFill>
              <a:srgbClr val="9B51E0"/>
            </a:solidFill>
            <a:prstDash val="solid"/>
          </a:ln>
          <a:effectLst>
            <a:outerShdw blurRad="247650" dist="50800" dir="16200000" algn="bl" rotWithShape="0">
              <a:srgbClr val="9B51E0">
                <a:alpha val="20000"/>
              </a:srgbClr>
            </a:outerShdw>
          </a:effectLst>
        </p:spPr>
        <p:txBody>
          <a:bodyPr wrap="square" rtlCol="0" anchor="ctr"/>
          <a:lstStyle/>
          <a:p>
            <a:pPr marL="0" indent="0">
              <a:buNone/>
            </a:pPr>
            <a:endParaRPr lang="en-US" dirty="0"/>
          </a:p>
        </p:txBody>
      </p:sp>
      <p:pic>
        <p:nvPicPr>
          <p:cNvPr id="25" name="Image 2" descr="/tmp/h2p-fit-1790763886764-g51mf3.png"/>
          <p:cNvPicPr>
            <a:picLocks noChangeAspect="1"/>
          </p:cNvPicPr>
          <p:nvPr/>
        </p:nvPicPr>
        <p:blipFill>
          <a:blip r:embed="rId4"/>
          <a:stretch>
            <a:fillRect/>
          </a:stretch>
        </p:blipFill>
        <p:spPr>
          <a:xfrm>
            <a:off x="492919" y="1228725"/>
            <a:ext cx="3893344" cy="3357563"/>
          </a:xfrm>
          <a:prstGeom prst="rect">
            <a:avLst/>
          </a:prstGeom>
        </p:spPr>
      </p:pic>
      <p:sp>
        <p:nvSpPr>
          <p:cNvPr id="26" name="Text 21"/>
          <p:cNvSpPr/>
          <p:nvPr/>
        </p:nvSpPr>
        <p:spPr>
          <a:xfrm>
            <a:off x="986172" y="4586288"/>
            <a:ext cx="2906837" cy="148106"/>
          </a:xfrm>
          <a:prstGeom prst="rect">
            <a:avLst/>
          </a:prstGeom>
          <a:noFill/>
          <a:ln/>
        </p:spPr>
        <p:txBody>
          <a:bodyPr wrap="square" lIns="0" tIns="0" rIns="0" bIns="0" rtlCol="0" anchor="t"/>
          <a:lstStyle/>
          <a:p>
            <a:pPr marL="0" indent="0" algn="ctr">
              <a:lnSpc>
                <a:spcPts val="987"/>
              </a:lnSpc>
              <a:buNone/>
            </a:pPr>
            <a:r>
              <a:rPr lang="en-US" sz="731" kern="0" spc="15" dirty="0">
                <a:solidFill>
                  <a:srgbClr val="B8A9D9"/>
                </a:solidFill>
                <a:latin typeface="Courier New" pitchFamily="34" charset="0"/>
                <a:ea typeface="Courier New" pitchFamily="34" charset="-122"/>
                <a:cs typeface="Courier New" pitchFamily="34" charset="-120"/>
              </a:rPr>
              <a:t>Case 2 — 4×3 genre matrix + nested loops + per-column totals</a:t>
            </a:r>
            <a:endParaRPr lang="en-US" sz="731" dirty="0"/>
          </a:p>
        </p:txBody>
      </p:sp>
      <p:sp>
        <p:nvSpPr>
          <p:cNvPr id="27" name="Text 22"/>
          <p:cNvSpPr/>
          <p:nvPr/>
        </p:nvSpPr>
        <p:spPr>
          <a:xfrm>
            <a:off x="4639866" y="994990"/>
            <a:ext cx="4129088" cy="3850481"/>
          </a:xfrm>
          <a:prstGeom prst="roundRect">
            <a:avLst>
              <a:gd name="adj" fmla="val 3463"/>
            </a:avLst>
          </a:prstGeom>
          <a:solidFill>
            <a:srgbClr val="FFFFFF">
              <a:alpha val="5000"/>
            </a:srgbClr>
          </a:solidFill>
          <a:ln w="7144">
            <a:solidFill>
              <a:srgbClr val="9B51E0"/>
            </a:solidFill>
            <a:prstDash val="solid"/>
          </a:ln>
          <a:effectLst>
            <a:outerShdw blurRad="247650" dist="50800" dir="16200000" algn="bl" rotWithShape="0">
              <a:srgbClr val="9B51E0">
                <a:alpha val="20000"/>
              </a:srgbClr>
            </a:outerShdw>
          </a:effectLst>
        </p:spPr>
        <p:txBody>
          <a:bodyPr wrap="square" rtlCol="0" anchor="ctr"/>
          <a:lstStyle/>
          <a:p>
            <a:pPr marL="0" indent="0">
              <a:buNone/>
            </a:pPr>
            <a:endParaRPr lang="en-US" dirty="0"/>
          </a:p>
        </p:txBody>
      </p:sp>
      <p:pic>
        <p:nvPicPr>
          <p:cNvPr id="28" name="Image 3" descr="/tmp/h2p-fit-1790763886571-ux3n4p.png"/>
          <p:cNvPicPr>
            <a:picLocks noChangeAspect="1"/>
          </p:cNvPicPr>
          <p:nvPr/>
        </p:nvPicPr>
        <p:blipFill>
          <a:blip r:embed="rId5"/>
          <a:stretch>
            <a:fillRect/>
          </a:stretch>
        </p:blipFill>
        <p:spPr>
          <a:xfrm>
            <a:off x="4767054" y="1458783"/>
            <a:ext cx="3893344" cy="3095141"/>
          </a:xfrm>
          <a:prstGeom prst="rect">
            <a:avLst/>
          </a:prstGeom>
        </p:spPr>
      </p:pic>
      <p:sp>
        <p:nvSpPr>
          <p:cNvPr id="29" name="Text 23"/>
          <p:cNvSpPr/>
          <p:nvPr/>
        </p:nvSpPr>
        <p:spPr>
          <a:xfrm>
            <a:off x="4901048" y="4586288"/>
            <a:ext cx="3670213" cy="148106"/>
          </a:xfrm>
          <a:prstGeom prst="rect">
            <a:avLst/>
          </a:prstGeom>
          <a:noFill/>
          <a:ln/>
        </p:spPr>
        <p:txBody>
          <a:bodyPr wrap="square" lIns="0" tIns="0" rIns="0" bIns="0" rtlCol="0" anchor="t"/>
          <a:lstStyle/>
          <a:p>
            <a:pPr marL="0" indent="0" algn="ctr">
              <a:lnSpc>
                <a:spcPts val="987"/>
              </a:lnSpc>
              <a:buNone/>
            </a:pPr>
            <a:r>
              <a:rPr lang="en-US" sz="731" kern="0" spc="15" dirty="0">
                <a:solidFill>
                  <a:srgbClr val="B8A9D9"/>
                </a:solidFill>
                <a:latin typeface="Courier New" pitchFamily="34" charset="0"/>
                <a:ea typeface="Courier New" pitchFamily="34" charset="-122"/>
                <a:cs typeface="Courier New" pitchFamily="34" charset="-120"/>
              </a:rPr>
              <a:t>Case 3 — recursive streak multiplier call + Case 4 — exit + default fallback</a:t>
            </a:r>
            <a:endParaRPr lang="en-US" sz="731" dirty="0"/>
          </a:p>
        </p:txBody>
      </p:sp>
      <p:sp>
        <p:nvSpPr>
          <p:cNvPr id="30" name="Text 24"/>
          <p:cNvSpPr/>
          <p:nvPr/>
        </p:nvSpPr>
        <p:spPr>
          <a:xfrm>
            <a:off x="507976" y="1068994"/>
            <a:ext cx="1525079" cy="153591"/>
          </a:xfrm>
          <a:prstGeom prst="roundRect">
            <a:avLst>
              <a:gd name="adj" fmla="val 24806"/>
            </a:avLst>
          </a:prstGeom>
          <a:solidFill>
            <a:srgbClr val="FF3D8B">
              <a:alpha val="18000"/>
            </a:srgbClr>
          </a:solidFill>
          <a:ln w="7144">
            <a:solidFill>
              <a:srgbClr val="FF3D8B"/>
            </a:solidFill>
            <a:prstDash val="solid"/>
          </a:ln>
        </p:spPr>
        <p:txBody>
          <a:bodyPr wrap="square" rtlCol="0" anchor="ctr"/>
          <a:lstStyle/>
          <a:p>
            <a:pPr marL="0" indent="0">
              <a:buNone/>
            </a:pPr>
            <a:endParaRPr lang="en-US" dirty="0"/>
          </a:p>
        </p:txBody>
      </p:sp>
      <p:sp>
        <p:nvSpPr>
          <p:cNvPr id="31" name="Text 25"/>
          <p:cNvSpPr/>
          <p:nvPr/>
        </p:nvSpPr>
        <p:spPr>
          <a:xfrm>
            <a:off x="492919" y="1077144"/>
            <a:ext cx="1532223" cy="224444"/>
          </a:xfrm>
          <a:prstGeom prst="rect">
            <a:avLst/>
          </a:prstGeom>
          <a:noFill/>
          <a:ln/>
        </p:spPr>
        <p:txBody>
          <a:bodyPr wrap="none" lIns="64294" tIns="14288" rIns="64294" bIns="14288" rtlCol="0" anchor="t"/>
          <a:lstStyle/>
          <a:p>
            <a:pPr marL="0" indent="0" algn="l">
              <a:lnSpc>
                <a:spcPts val="928"/>
              </a:lnSpc>
              <a:buNone/>
            </a:pPr>
            <a:r>
              <a:rPr lang="en-US" sz="619" kern="0" spc="111" dirty="0">
                <a:solidFill>
                  <a:srgbClr val="FF8EC7"/>
                </a:solidFill>
                <a:latin typeface="Liberation Sans Narrow" pitchFamily="34" charset="0"/>
                <a:ea typeface="Liberation Sans Narrow" pitchFamily="34" charset="-122"/>
                <a:cs typeface="Liberation Sans Narrow" pitchFamily="34" charset="-120"/>
              </a:rPr>
              <a:t>03 — GENRE MATRIX (Case 2)</a:t>
            </a:r>
            <a:endParaRPr lang="en-US" sz="619" dirty="0"/>
          </a:p>
        </p:txBody>
      </p:sp>
      <p:sp>
        <p:nvSpPr>
          <p:cNvPr id="32" name="Text 26"/>
          <p:cNvSpPr/>
          <p:nvPr/>
        </p:nvSpPr>
        <p:spPr>
          <a:xfrm>
            <a:off x="4943855" y="1083170"/>
            <a:ext cx="1792300" cy="153591"/>
          </a:xfrm>
          <a:prstGeom prst="roundRect">
            <a:avLst>
              <a:gd name="adj" fmla="val 24806"/>
            </a:avLst>
          </a:prstGeom>
          <a:solidFill>
            <a:srgbClr val="FF3D8B">
              <a:alpha val="18000"/>
            </a:srgbClr>
          </a:solidFill>
          <a:ln w="7144">
            <a:solidFill>
              <a:srgbClr val="FF3D8B"/>
            </a:solidFill>
            <a:prstDash val="solid"/>
          </a:ln>
        </p:spPr>
        <p:txBody>
          <a:bodyPr wrap="square" rtlCol="0" anchor="ctr"/>
          <a:lstStyle/>
          <a:p>
            <a:pPr marL="0" indent="0">
              <a:buNone/>
            </a:pPr>
            <a:endParaRPr lang="en-US" dirty="0"/>
          </a:p>
        </p:txBody>
      </p:sp>
      <p:sp>
        <p:nvSpPr>
          <p:cNvPr id="33" name="Text 27"/>
          <p:cNvSpPr/>
          <p:nvPr/>
        </p:nvSpPr>
        <p:spPr>
          <a:xfrm>
            <a:off x="4920884" y="1077611"/>
            <a:ext cx="1799444" cy="176166"/>
          </a:xfrm>
          <a:prstGeom prst="rect">
            <a:avLst/>
          </a:prstGeom>
          <a:noFill/>
          <a:ln/>
        </p:spPr>
        <p:txBody>
          <a:bodyPr wrap="square" lIns="64294" tIns="14288" rIns="64294" bIns="14288" rtlCol="0" anchor="t"/>
          <a:lstStyle/>
          <a:p>
            <a:pPr marL="0" indent="0" algn="l">
              <a:lnSpc>
                <a:spcPts val="928"/>
              </a:lnSpc>
              <a:buNone/>
            </a:pPr>
            <a:r>
              <a:rPr lang="en-US" sz="600" kern="0" spc="111" dirty="0">
                <a:solidFill>
                  <a:srgbClr val="FF8EC7"/>
                </a:solidFill>
                <a:latin typeface="Liberation Sans Narrow" pitchFamily="34" charset="0"/>
                <a:ea typeface="Liberation Sans Narrow" pitchFamily="34" charset="-122"/>
                <a:cs typeface="Liberation Sans Narrow" pitchFamily="34" charset="-120"/>
              </a:rPr>
              <a:t>04 — STREAK + EXIT (Case 3 &amp; 4)</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rot="900000">
            <a:off x="8751094" y="-357188"/>
            <a:ext cx="607219" cy="1821656"/>
          </a:xfrm>
          <a:prstGeom prst="rect">
            <a:avLst/>
          </a:prstGeom>
          <a:noFill/>
          <a:ln/>
        </p:spPr>
        <p:txBody>
          <a:bodyPr wrap="none" lIns="0" tIns="0" rIns="0" bIns="0" rtlCol="0" anchor="ctr"/>
          <a:lstStyle/>
          <a:p>
            <a:pPr marL="0" indent="0" algn="ctr">
              <a:buNone/>
            </a:pPr>
            <a:r>
              <a:rPr lang="en-US" sz="9563" dirty="0">
                <a:solidFill>
                  <a:srgbClr val="C77DFF">
                    <a:alpha val="8000"/>
                  </a:srgbClr>
                </a:solidFill>
                <a:latin typeface="Segoe UI Symbol" pitchFamily="34" charset="0"/>
                <a:ea typeface="Segoe UI Symbol" pitchFamily="34" charset="-122"/>
                <a:cs typeface="Segoe UI Symbol" pitchFamily="34" charset="-120"/>
              </a:rPr>
              <a:t>♪</a:t>
            </a:r>
            <a:endParaRPr lang="en-US" sz="9563" dirty="0"/>
          </a:p>
        </p:txBody>
      </p:sp>
      <p:sp>
        <p:nvSpPr>
          <p:cNvPr id="5" name="Text 1"/>
          <p:cNvSpPr/>
          <p:nvPr/>
        </p:nvSpPr>
        <p:spPr>
          <a:xfrm>
            <a:off x="457200" y="4857750"/>
            <a:ext cx="7819169"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6" name="Text 2"/>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11 / 15</a:t>
            </a:r>
            <a:endParaRPr lang="en-US" sz="800" dirty="0"/>
          </a:p>
        </p:txBody>
      </p:sp>
      <p:sp>
        <p:nvSpPr>
          <p:cNvPr id="7" name="Text 3"/>
          <p:cNvSpPr/>
          <p:nvPr/>
        </p:nvSpPr>
        <p:spPr>
          <a:xfrm>
            <a:off x="371475" y="271463"/>
            <a:ext cx="6572778" cy="151162"/>
          </a:xfrm>
          <a:prstGeom prst="rect">
            <a:avLst/>
          </a:prstGeom>
          <a:noFill/>
          <a:ln/>
        </p:spPr>
        <p:txBody>
          <a:bodyPr wrap="none" lIns="0" tIns="0" rIns="0" bIns="0" rtlCol="0" anchor="t">
            <a:normAutofit/>
          </a:bodyPr>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09 / 15 — OUTPUT (PART 1 OF 2)</a:t>
            </a:r>
            <a:endParaRPr lang="en-US" sz="800" dirty="0"/>
          </a:p>
        </p:txBody>
      </p:sp>
      <p:sp>
        <p:nvSpPr>
          <p:cNvPr id="8" name="Text 4"/>
          <p:cNvSpPr/>
          <p:nvPr/>
        </p:nvSpPr>
        <p:spPr>
          <a:xfrm>
            <a:off x="371475" y="450056"/>
            <a:ext cx="5660920" cy="255416"/>
          </a:xfrm>
          <a:prstGeom prst="rect">
            <a:avLst/>
          </a:prstGeom>
          <a:noFill/>
          <a:ln/>
        </p:spPr>
        <p:txBody>
          <a:bodyPr wrap="square" lIns="0" tIns="0" rIns="0" bIns="0" rtlCol="0" anchor="t">
            <a:normAutofit/>
          </a:bodyPr>
          <a:lstStyle/>
          <a:p>
            <a:pPr marL="0" indent="0" algn="l">
              <a:lnSpc>
                <a:spcPts val="1890"/>
              </a:lnSpc>
              <a:buNone/>
            </a:pPr>
            <a:r>
              <a:rPr lang="en-US" sz="1800" b="1" dirty="0">
                <a:solidFill>
                  <a:srgbClr val="F3EAFE"/>
                </a:solidFill>
                <a:latin typeface="Carlito" pitchFamily="34" charset="0"/>
                <a:ea typeface="Carlito" pitchFamily="34" charset="-122"/>
                <a:cs typeface="Carlito" pitchFamily="34" charset="-120"/>
              </a:rPr>
              <a:t>Program Output — </a:t>
            </a:r>
            <a:r>
              <a:rPr lang="en-US" sz="1800" b="1" dirty="0">
                <a:solidFill>
                  <a:srgbClr val="C77DFF"/>
                </a:solidFill>
                <a:latin typeface="Carlito" pitchFamily="34" charset="0"/>
                <a:ea typeface="Carlito" pitchFamily="34" charset="-122"/>
                <a:cs typeface="Carlito" pitchFamily="34" charset="-120"/>
              </a:rPr>
              <a:t>Play Counts &amp; Genre Matrix</a:t>
            </a:r>
            <a:endParaRPr lang="en-US" sz="1800" dirty="0"/>
          </a:p>
        </p:txBody>
      </p:sp>
      <p:sp>
        <p:nvSpPr>
          <p:cNvPr id="9" name="Text 5"/>
          <p:cNvSpPr/>
          <p:nvPr/>
        </p:nvSpPr>
        <p:spPr>
          <a:xfrm>
            <a:off x="371475" y="732904"/>
            <a:ext cx="5146291" cy="153514"/>
          </a:xfrm>
          <a:prstGeom prst="rect">
            <a:avLst/>
          </a:prstGeom>
          <a:noFill/>
          <a:ln/>
        </p:spPr>
        <p:txBody>
          <a:bodyPr wrap="square" lIns="0" tIns="0" rIns="0" bIns="0" rtlCol="0" anchor="t"/>
          <a:lstStyle/>
          <a:p>
            <a:pPr marL="0" indent="0" algn="l">
              <a:lnSpc>
                <a:spcPts val="1024"/>
              </a:lnSpc>
              <a:buNone/>
            </a:pPr>
            <a:r>
              <a:rPr lang="en-US" sz="731" dirty="0">
                <a:solidFill>
                  <a:srgbClr val="B8A9D9"/>
                </a:solidFill>
                <a:latin typeface="Carlito" pitchFamily="34" charset="0"/>
                <a:ea typeface="Carlito" pitchFamily="34" charset="-122"/>
                <a:cs typeface="Carlito" pitchFamily="34" charset="-120"/>
              </a:rPr>
              <a:t>Captured from a </a:t>
            </a:r>
            <a:r>
              <a:rPr lang="en-US" sz="731" dirty="0">
                <a:solidFill>
                  <a:srgbClr val="F3EAFE"/>
                </a:solidFill>
                <a:latin typeface="Courier New" pitchFamily="34" charset="0"/>
                <a:ea typeface="Courier New" pitchFamily="34" charset="-122"/>
                <a:cs typeface="Courier New" pitchFamily="34" charset="-120"/>
              </a:rPr>
              <a:t>java Main.java</a:t>
            </a:r>
            <a:r>
              <a:rPr lang="en-US" sz="731" dirty="0">
                <a:solidFill>
                  <a:srgbClr val="B8A9D9"/>
                </a:solidFill>
                <a:latin typeface="Carlito" pitchFamily="34" charset="0"/>
                <a:ea typeface="Carlito" pitchFamily="34" charset="-122"/>
                <a:cs typeface="Carlito" pitchFamily="34" charset="-120"/>
              </a:rPr>
              <a:t> run — Scenario 1 analyzes a 3-track playlist, Scenario 2 fills a 4-week × 3-genre matrix.</a:t>
            </a:r>
            <a:endParaRPr lang="en-US" sz="731" dirty="0"/>
          </a:p>
        </p:txBody>
      </p:sp>
      <p:sp>
        <p:nvSpPr>
          <p:cNvPr id="10" name="Text 6"/>
          <p:cNvSpPr/>
          <p:nvPr/>
        </p:nvSpPr>
        <p:spPr>
          <a:xfrm>
            <a:off x="5646353" y="673522"/>
            <a:ext cx="838721"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11" name="Text 7"/>
          <p:cNvSpPr/>
          <p:nvPr/>
        </p:nvSpPr>
        <p:spPr>
          <a:xfrm>
            <a:off x="5846378" y="727100"/>
            <a:ext cx="667271" cy="142646"/>
          </a:xfrm>
          <a:prstGeom prst="rect">
            <a:avLst/>
          </a:prstGeom>
          <a:noFill/>
          <a:ln/>
        </p:spPr>
        <p:txBody>
          <a:bodyPr wrap="none" lIns="0" tIns="0" rIns="0" bIns="0" rtlCol="0" anchor="t"/>
          <a:lstStyle/>
          <a:p>
            <a:pPr marL="0" indent="0" algn="l">
              <a:lnSpc>
                <a:spcPts val="844"/>
              </a:lnSpc>
              <a:buNone/>
            </a:pPr>
            <a:r>
              <a:rPr lang="en-US" sz="600" kern="0" spc="34" dirty="0">
                <a:solidFill>
                  <a:srgbClr val="F3EAFE"/>
                </a:solidFill>
                <a:latin typeface="Courier New" pitchFamily="34" charset="0"/>
                <a:ea typeface="Courier New" pitchFamily="34" charset="-122"/>
                <a:cs typeface="Courier New" pitchFamily="34" charset="-120"/>
              </a:rPr>
              <a:t>Console output</a:t>
            </a:r>
            <a:endParaRPr lang="en-US" sz="600" dirty="0"/>
          </a:p>
        </p:txBody>
      </p:sp>
      <p:sp>
        <p:nvSpPr>
          <p:cNvPr id="12" name="Text 8"/>
          <p:cNvSpPr/>
          <p:nvPr/>
        </p:nvSpPr>
        <p:spPr>
          <a:xfrm>
            <a:off x="5724934"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13" name="Text 9"/>
          <p:cNvSpPr/>
          <p:nvPr/>
        </p:nvSpPr>
        <p:spPr>
          <a:xfrm>
            <a:off x="6542224" y="673522"/>
            <a:ext cx="678656"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14" name="Text 10"/>
          <p:cNvSpPr/>
          <p:nvPr/>
        </p:nvSpPr>
        <p:spPr>
          <a:xfrm>
            <a:off x="6742249" y="727100"/>
            <a:ext cx="507206" cy="142646"/>
          </a:xfrm>
          <a:prstGeom prst="rect">
            <a:avLst/>
          </a:prstGeom>
          <a:noFill/>
          <a:ln/>
        </p:spPr>
        <p:txBody>
          <a:bodyPr wrap="none" lIns="0" tIns="0" rIns="0" bIns="0" rtlCol="0" anchor="t"/>
          <a:lstStyle/>
          <a:p>
            <a:pPr marL="0" indent="0" algn="l">
              <a:lnSpc>
                <a:spcPts val="844"/>
              </a:lnSpc>
              <a:buNone/>
            </a:pPr>
            <a:r>
              <a:rPr lang="en-US" sz="600" kern="0" spc="34" dirty="0">
                <a:solidFill>
                  <a:srgbClr val="F3EAFE"/>
                </a:solidFill>
                <a:latin typeface="Liberation Sans Narrow" pitchFamily="34" charset="0"/>
                <a:ea typeface="Liberation Sans Narrow" pitchFamily="34" charset="-122"/>
                <a:cs typeface="Liberation Sans Narrow" pitchFamily="34" charset="-120"/>
              </a:rPr>
              <a:t>Scenario 1</a:t>
            </a:r>
            <a:endParaRPr lang="en-US" sz="600" dirty="0"/>
          </a:p>
        </p:txBody>
      </p:sp>
      <p:sp>
        <p:nvSpPr>
          <p:cNvPr id="15" name="Text 11"/>
          <p:cNvSpPr/>
          <p:nvPr/>
        </p:nvSpPr>
        <p:spPr>
          <a:xfrm>
            <a:off x="6620805"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16" name="Text 12"/>
          <p:cNvSpPr/>
          <p:nvPr/>
        </p:nvSpPr>
        <p:spPr>
          <a:xfrm>
            <a:off x="7278030" y="673522"/>
            <a:ext cx="678656"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17" name="Text 13"/>
          <p:cNvSpPr/>
          <p:nvPr/>
        </p:nvSpPr>
        <p:spPr>
          <a:xfrm>
            <a:off x="7478055" y="727100"/>
            <a:ext cx="507206" cy="142646"/>
          </a:xfrm>
          <a:prstGeom prst="rect">
            <a:avLst/>
          </a:prstGeom>
          <a:noFill/>
          <a:ln/>
        </p:spPr>
        <p:txBody>
          <a:bodyPr wrap="none" lIns="0" tIns="0" rIns="0" bIns="0" rtlCol="0" anchor="t"/>
          <a:lstStyle/>
          <a:p>
            <a:pPr marL="0" indent="0" algn="l">
              <a:lnSpc>
                <a:spcPts val="844"/>
              </a:lnSpc>
              <a:buNone/>
            </a:pPr>
            <a:r>
              <a:rPr lang="en-US" sz="600" kern="0" spc="34" dirty="0">
                <a:solidFill>
                  <a:srgbClr val="F3EAFE"/>
                </a:solidFill>
                <a:latin typeface="Liberation Sans Narrow" pitchFamily="34" charset="0"/>
                <a:ea typeface="Liberation Sans Narrow" pitchFamily="34" charset="-122"/>
                <a:cs typeface="Liberation Sans Narrow" pitchFamily="34" charset="-120"/>
              </a:rPr>
              <a:t>Scenario 2</a:t>
            </a:r>
            <a:endParaRPr lang="en-US" sz="600" dirty="0"/>
          </a:p>
        </p:txBody>
      </p:sp>
      <p:sp>
        <p:nvSpPr>
          <p:cNvPr id="18" name="Text 14"/>
          <p:cNvSpPr/>
          <p:nvPr/>
        </p:nvSpPr>
        <p:spPr>
          <a:xfrm>
            <a:off x="7356611"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19" name="Text 15"/>
          <p:cNvSpPr/>
          <p:nvPr/>
        </p:nvSpPr>
        <p:spPr>
          <a:xfrm>
            <a:off x="8013836" y="673522"/>
            <a:ext cx="758689"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20" name="Text 16"/>
          <p:cNvSpPr/>
          <p:nvPr/>
        </p:nvSpPr>
        <p:spPr>
          <a:xfrm>
            <a:off x="8205614" y="727100"/>
            <a:ext cx="575158" cy="142646"/>
          </a:xfrm>
          <a:prstGeom prst="rect">
            <a:avLst/>
          </a:prstGeom>
          <a:noFill/>
          <a:ln/>
        </p:spPr>
        <p:txBody>
          <a:bodyPr wrap="none" lIns="0" tIns="0" rIns="0" bIns="0" rtlCol="0" anchor="t"/>
          <a:lstStyle/>
          <a:p>
            <a:pPr marL="0" indent="0" algn="l">
              <a:lnSpc>
                <a:spcPts val="844"/>
              </a:lnSpc>
              <a:buNone/>
            </a:pPr>
            <a:r>
              <a:rPr lang="en-US" sz="600" kern="0" spc="34" dirty="0">
                <a:solidFill>
                  <a:srgbClr val="F3EAFE"/>
                </a:solidFill>
                <a:latin typeface="Courier New" pitchFamily="34" charset="0"/>
                <a:ea typeface="Courier New" pitchFamily="34" charset="-122"/>
                <a:cs typeface="Courier New" pitchFamily="34" charset="-120"/>
              </a:rPr>
              <a:t>Verified run</a:t>
            </a:r>
            <a:endParaRPr lang="en-US" sz="600" dirty="0"/>
          </a:p>
        </p:txBody>
      </p:sp>
      <p:sp>
        <p:nvSpPr>
          <p:cNvPr id="21" name="Text 17"/>
          <p:cNvSpPr/>
          <p:nvPr/>
        </p:nvSpPr>
        <p:spPr>
          <a:xfrm>
            <a:off x="8092418"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22" name="Text 18"/>
          <p:cNvSpPr/>
          <p:nvPr/>
        </p:nvSpPr>
        <p:spPr>
          <a:xfrm>
            <a:off x="375047" y="994990"/>
            <a:ext cx="4129088" cy="3850481"/>
          </a:xfrm>
          <a:prstGeom prst="roundRect">
            <a:avLst>
              <a:gd name="adj" fmla="val 3463"/>
            </a:avLst>
          </a:prstGeom>
          <a:solidFill>
            <a:srgbClr val="FFFFFF">
              <a:alpha val="5000"/>
            </a:srgbClr>
          </a:solidFill>
          <a:ln w="7144">
            <a:solidFill>
              <a:srgbClr val="9B51E0"/>
            </a:solidFill>
            <a:prstDash val="solid"/>
          </a:ln>
          <a:effectLst>
            <a:outerShdw blurRad="247650" dist="50800" dir="16200000" algn="bl" rotWithShape="0">
              <a:srgbClr val="9B51E0">
                <a:alpha val="20000"/>
              </a:srgbClr>
            </a:outerShdw>
          </a:effectLst>
        </p:spPr>
        <p:txBody>
          <a:bodyPr wrap="square" rtlCol="0" anchor="ctr"/>
          <a:lstStyle/>
          <a:p>
            <a:pPr marL="0" indent="0">
              <a:buNone/>
            </a:pPr>
            <a:endParaRPr lang="en-US" dirty="0"/>
          </a:p>
        </p:txBody>
      </p:sp>
      <p:pic>
        <p:nvPicPr>
          <p:cNvPr id="23" name="Image 2" descr="/tmp/h2p-fit-1790763886888-xjaqsq.png"/>
          <p:cNvPicPr>
            <a:picLocks noChangeAspect="1"/>
          </p:cNvPicPr>
          <p:nvPr/>
        </p:nvPicPr>
        <p:blipFill>
          <a:blip r:embed="rId4"/>
          <a:stretch>
            <a:fillRect/>
          </a:stretch>
        </p:blipFill>
        <p:spPr>
          <a:xfrm>
            <a:off x="492919" y="1931268"/>
            <a:ext cx="3893344" cy="1781138"/>
          </a:xfrm>
          <a:prstGeom prst="rect">
            <a:avLst/>
          </a:prstGeom>
        </p:spPr>
      </p:pic>
      <p:sp>
        <p:nvSpPr>
          <p:cNvPr id="24" name="Text 19"/>
          <p:cNvSpPr/>
          <p:nvPr/>
        </p:nvSpPr>
        <p:spPr>
          <a:xfrm>
            <a:off x="798537" y="3798131"/>
            <a:ext cx="3281995" cy="148106"/>
          </a:xfrm>
          <a:prstGeom prst="rect">
            <a:avLst/>
          </a:prstGeom>
          <a:noFill/>
          <a:ln/>
        </p:spPr>
        <p:txBody>
          <a:bodyPr wrap="square" lIns="0" tIns="0" rIns="0" bIns="0" rtlCol="0" anchor="t"/>
          <a:lstStyle/>
          <a:p>
            <a:pPr marL="0" indent="0" algn="ctr">
              <a:lnSpc>
                <a:spcPts val="987"/>
              </a:lnSpc>
              <a:buNone/>
            </a:pPr>
            <a:r>
              <a:rPr lang="en-US" sz="731" kern="0" spc="15" dirty="0">
                <a:solidFill>
                  <a:srgbClr val="B8A9D9"/>
                </a:solidFill>
                <a:latin typeface="Courier New" pitchFamily="34" charset="0"/>
                <a:ea typeface="Courier New" pitchFamily="34" charset="-122"/>
                <a:cs typeface="Courier New" pitchFamily="34" charset="-120"/>
              </a:rPr>
              <a:t>Option 1 — 3 tracks (120 / 345 / 89) → Total: 554, Most Played: 345</a:t>
            </a:r>
            <a:endParaRPr lang="en-US" sz="731" dirty="0"/>
          </a:p>
        </p:txBody>
      </p:sp>
      <p:sp>
        <p:nvSpPr>
          <p:cNvPr id="25" name="Text 20"/>
          <p:cNvSpPr/>
          <p:nvPr/>
        </p:nvSpPr>
        <p:spPr>
          <a:xfrm>
            <a:off x="4639866" y="994990"/>
            <a:ext cx="4129088" cy="3850481"/>
          </a:xfrm>
          <a:prstGeom prst="roundRect">
            <a:avLst>
              <a:gd name="adj" fmla="val 3463"/>
            </a:avLst>
          </a:prstGeom>
          <a:solidFill>
            <a:srgbClr val="FFFFFF">
              <a:alpha val="5000"/>
            </a:srgbClr>
          </a:solidFill>
          <a:ln w="7144">
            <a:solidFill>
              <a:srgbClr val="9B51E0"/>
            </a:solidFill>
            <a:prstDash val="solid"/>
          </a:ln>
          <a:effectLst>
            <a:outerShdw blurRad="247650" dist="50800" dir="16200000" algn="bl" rotWithShape="0">
              <a:srgbClr val="9B51E0">
                <a:alpha val="20000"/>
              </a:srgbClr>
            </a:outerShdw>
          </a:effectLst>
        </p:spPr>
        <p:txBody>
          <a:bodyPr wrap="square" rtlCol="0" anchor="ctr"/>
          <a:lstStyle/>
          <a:p>
            <a:pPr marL="0" indent="0">
              <a:buNone/>
            </a:pPr>
            <a:endParaRPr lang="en-US" dirty="0"/>
          </a:p>
        </p:txBody>
      </p:sp>
      <p:pic>
        <p:nvPicPr>
          <p:cNvPr id="26" name="Image 3" descr="/tmp/h2p-fit-1790763886956-nvusbu.png"/>
          <p:cNvPicPr>
            <a:picLocks noChangeAspect="1"/>
          </p:cNvPicPr>
          <p:nvPr/>
        </p:nvPicPr>
        <p:blipFill>
          <a:blip r:embed="rId5"/>
          <a:stretch>
            <a:fillRect/>
          </a:stretch>
        </p:blipFill>
        <p:spPr>
          <a:xfrm>
            <a:off x="4757738" y="1753456"/>
            <a:ext cx="3893344" cy="2657140"/>
          </a:xfrm>
          <a:prstGeom prst="rect">
            <a:avLst/>
          </a:prstGeom>
        </p:spPr>
      </p:pic>
      <p:sp>
        <p:nvSpPr>
          <p:cNvPr id="27" name="Text 21"/>
          <p:cNvSpPr/>
          <p:nvPr/>
        </p:nvSpPr>
        <p:spPr>
          <a:xfrm>
            <a:off x="5288184" y="4433225"/>
            <a:ext cx="2895674" cy="148106"/>
          </a:xfrm>
          <a:prstGeom prst="rect">
            <a:avLst/>
          </a:prstGeom>
          <a:noFill/>
          <a:ln/>
        </p:spPr>
        <p:txBody>
          <a:bodyPr wrap="square" lIns="0" tIns="0" rIns="0" bIns="0" rtlCol="0" anchor="t"/>
          <a:lstStyle/>
          <a:p>
            <a:pPr marL="0" indent="0" algn="ctr">
              <a:lnSpc>
                <a:spcPts val="987"/>
              </a:lnSpc>
              <a:buNone/>
            </a:pPr>
            <a:r>
              <a:rPr lang="en-US" sz="731" kern="0" spc="15" dirty="0">
                <a:solidFill>
                  <a:srgbClr val="B8A9D9"/>
                </a:solidFill>
                <a:latin typeface="Courier New" pitchFamily="34" charset="0"/>
                <a:ea typeface="Courier New" pitchFamily="34" charset="-122"/>
                <a:cs typeface="Courier New" pitchFamily="34" charset="-120"/>
              </a:rPr>
              <a:t>Option 2 — 4-week matrix → Pop: 210, Rock: 90, Hip-Hop: 130</a:t>
            </a:r>
            <a:endParaRPr lang="en-US" sz="731" dirty="0"/>
          </a:p>
        </p:txBody>
      </p:sp>
      <p:sp>
        <p:nvSpPr>
          <p:cNvPr id="28" name="Text 22"/>
          <p:cNvSpPr/>
          <p:nvPr/>
        </p:nvSpPr>
        <p:spPr>
          <a:xfrm>
            <a:off x="587938" y="1241373"/>
            <a:ext cx="1833709" cy="224444"/>
          </a:xfrm>
          <a:prstGeom prst="roundRect">
            <a:avLst>
              <a:gd name="adj" fmla="val 24806"/>
            </a:avLst>
          </a:prstGeom>
          <a:solidFill>
            <a:srgbClr val="FF3D8B">
              <a:alpha val="18000"/>
            </a:srgbClr>
          </a:solidFill>
          <a:ln w="7144">
            <a:solidFill>
              <a:srgbClr val="FF3D8B"/>
            </a:solidFill>
            <a:prstDash val="solid"/>
          </a:ln>
        </p:spPr>
        <p:txBody>
          <a:bodyPr wrap="square" rtlCol="0" anchor="ctr"/>
          <a:lstStyle/>
          <a:p>
            <a:pPr marL="0" indent="0">
              <a:buNone/>
            </a:pPr>
            <a:endParaRPr lang="en-US" dirty="0"/>
          </a:p>
        </p:txBody>
      </p:sp>
      <p:sp>
        <p:nvSpPr>
          <p:cNvPr id="29" name="Text 23"/>
          <p:cNvSpPr/>
          <p:nvPr/>
        </p:nvSpPr>
        <p:spPr>
          <a:xfrm>
            <a:off x="587938" y="1275073"/>
            <a:ext cx="1532223" cy="224444"/>
          </a:xfrm>
          <a:prstGeom prst="rect">
            <a:avLst/>
          </a:prstGeom>
          <a:noFill/>
          <a:ln/>
        </p:spPr>
        <p:txBody>
          <a:bodyPr wrap="none" lIns="64294" tIns="14288" rIns="64294" bIns="14288" rtlCol="0" anchor="t"/>
          <a:lstStyle/>
          <a:p>
            <a:pPr marL="0" indent="0" algn="l">
              <a:lnSpc>
                <a:spcPts val="928"/>
              </a:lnSpc>
              <a:buNone/>
            </a:pPr>
            <a:r>
              <a:rPr lang="en-US" sz="800" kern="0" spc="111" dirty="0">
                <a:solidFill>
                  <a:srgbClr val="FF8EC7"/>
                </a:solidFill>
                <a:latin typeface="Liberation Sans Narrow" pitchFamily="34" charset="0"/>
                <a:ea typeface="Liberation Sans Narrow" pitchFamily="34" charset="-122"/>
                <a:cs typeface="Liberation Sans Narrow" pitchFamily="34" charset="-120"/>
              </a:rPr>
              <a:t>01 — SCENARIO 1 (Option 1)</a:t>
            </a:r>
            <a:endParaRPr lang="en-US" sz="800" dirty="0"/>
          </a:p>
        </p:txBody>
      </p:sp>
      <p:sp>
        <p:nvSpPr>
          <p:cNvPr id="30" name="Text 24"/>
          <p:cNvSpPr/>
          <p:nvPr/>
        </p:nvSpPr>
        <p:spPr>
          <a:xfrm>
            <a:off x="4764570" y="1305393"/>
            <a:ext cx="2103608" cy="224444"/>
          </a:xfrm>
          <a:prstGeom prst="roundRect">
            <a:avLst>
              <a:gd name="adj" fmla="val 24806"/>
            </a:avLst>
          </a:prstGeom>
          <a:solidFill>
            <a:srgbClr val="FF3D8B">
              <a:alpha val="18000"/>
            </a:srgbClr>
          </a:solidFill>
          <a:ln w="7144">
            <a:solidFill>
              <a:srgbClr val="FF3D8B"/>
            </a:solidFill>
            <a:prstDash val="solid"/>
          </a:ln>
        </p:spPr>
        <p:txBody>
          <a:bodyPr wrap="square" rtlCol="0" anchor="ctr"/>
          <a:lstStyle/>
          <a:p>
            <a:pPr marL="0" indent="0">
              <a:buNone/>
            </a:pPr>
            <a:endParaRPr lang="en-US" dirty="0"/>
          </a:p>
        </p:txBody>
      </p:sp>
      <p:sp>
        <p:nvSpPr>
          <p:cNvPr id="31" name="Text 25"/>
          <p:cNvSpPr/>
          <p:nvPr/>
        </p:nvSpPr>
        <p:spPr>
          <a:xfrm>
            <a:off x="4829189" y="1362504"/>
            <a:ext cx="1532223" cy="224444"/>
          </a:xfrm>
          <a:prstGeom prst="rect">
            <a:avLst/>
          </a:prstGeom>
          <a:noFill/>
          <a:ln/>
        </p:spPr>
        <p:txBody>
          <a:bodyPr wrap="none" lIns="64294" tIns="14288" rIns="64294" bIns="14288" rtlCol="0" anchor="t"/>
          <a:lstStyle/>
          <a:p>
            <a:pPr marL="0" indent="0" algn="l">
              <a:lnSpc>
                <a:spcPts val="928"/>
              </a:lnSpc>
              <a:buNone/>
            </a:pPr>
            <a:r>
              <a:rPr lang="en-US" sz="800" kern="0" spc="111" dirty="0">
                <a:solidFill>
                  <a:srgbClr val="FF8EC7"/>
                </a:solidFill>
                <a:latin typeface="Liberation Sans Narrow" pitchFamily="34" charset="0"/>
                <a:ea typeface="Liberation Sans Narrow" pitchFamily="34" charset="-122"/>
                <a:cs typeface="Liberation Sans Narrow" pitchFamily="34" charset="-120"/>
              </a:rPr>
              <a:t>02 — SCENARIO 2 (Option 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67865" y="299076"/>
            <a:ext cx="9144000" cy="5143500"/>
          </a:xfrm>
          <a:prstGeom prst="rect">
            <a:avLst/>
          </a:prstGeom>
        </p:spPr>
      </p:pic>
      <p:sp>
        <p:nvSpPr>
          <p:cNvPr id="4" name="Text 0"/>
          <p:cNvSpPr/>
          <p:nvPr/>
        </p:nvSpPr>
        <p:spPr>
          <a:xfrm rot="20700000">
            <a:off x="-216098" y="3750469"/>
            <a:ext cx="914400" cy="1393031"/>
          </a:xfrm>
          <a:prstGeom prst="rect">
            <a:avLst/>
          </a:prstGeom>
          <a:noFill/>
          <a:ln/>
        </p:spPr>
        <p:txBody>
          <a:bodyPr wrap="none" lIns="0" tIns="0" rIns="0" bIns="0" rtlCol="0" anchor="ctr"/>
          <a:lstStyle/>
          <a:p>
            <a:pPr marL="0" indent="0" algn="ctr">
              <a:buNone/>
            </a:pPr>
            <a:r>
              <a:rPr lang="en-US" sz="9563" dirty="0">
                <a:solidFill>
                  <a:srgbClr val="C77DFF">
                    <a:alpha val="8000"/>
                  </a:srgbClr>
                </a:solidFill>
                <a:latin typeface="Segoe UI Symbol" pitchFamily="34" charset="0"/>
                <a:ea typeface="Segoe UI Symbol" pitchFamily="34" charset="-122"/>
                <a:cs typeface="Segoe UI Symbol" pitchFamily="34" charset="-120"/>
              </a:rPr>
              <a:t>♫</a:t>
            </a:r>
            <a:endParaRPr lang="en-US" sz="9563" dirty="0"/>
          </a:p>
        </p:txBody>
      </p:sp>
      <p:sp>
        <p:nvSpPr>
          <p:cNvPr id="5" name="Text 1"/>
          <p:cNvSpPr/>
          <p:nvPr/>
        </p:nvSpPr>
        <p:spPr>
          <a:xfrm>
            <a:off x="457200" y="4857750"/>
            <a:ext cx="7819169"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6" name="Text 2"/>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12 / 15</a:t>
            </a:r>
            <a:endParaRPr lang="en-US" sz="800" dirty="0"/>
          </a:p>
        </p:txBody>
      </p:sp>
      <p:sp>
        <p:nvSpPr>
          <p:cNvPr id="7" name="Text 3"/>
          <p:cNvSpPr/>
          <p:nvPr/>
        </p:nvSpPr>
        <p:spPr>
          <a:xfrm>
            <a:off x="371475" y="271463"/>
            <a:ext cx="7819189" cy="151162"/>
          </a:xfrm>
          <a:prstGeom prst="rect">
            <a:avLst/>
          </a:prstGeom>
          <a:noFill/>
          <a:ln/>
        </p:spPr>
        <p:txBody>
          <a:bodyPr wrap="none" lIns="0" tIns="0" rIns="0" bIns="0" rtlCol="0" anchor="t">
            <a:normAutofit/>
          </a:bodyPr>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09 / 15 — OUTPUT (PART 2 OF 2)</a:t>
            </a:r>
            <a:endParaRPr lang="en-US" sz="800" dirty="0"/>
          </a:p>
        </p:txBody>
      </p:sp>
      <p:sp>
        <p:nvSpPr>
          <p:cNvPr id="8" name="Text 4"/>
          <p:cNvSpPr/>
          <p:nvPr/>
        </p:nvSpPr>
        <p:spPr>
          <a:xfrm>
            <a:off x="371475" y="450056"/>
            <a:ext cx="6734413" cy="255416"/>
          </a:xfrm>
          <a:prstGeom prst="rect">
            <a:avLst/>
          </a:prstGeom>
          <a:noFill/>
          <a:ln/>
        </p:spPr>
        <p:txBody>
          <a:bodyPr wrap="square" lIns="0" tIns="0" rIns="0" bIns="0" rtlCol="0" anchor="t">
            <a:normAutofit/>
          </a:bodyPr>
          <a:lstStyle/>
          <a:p>
            <a:pPr marL="0" indent="0" algn="l">
              <a:lnSpc>
                <a:spcPts val="1890"/>
              </a:lnSpc>
              <a:buNone/>
            </a:pPr>
            <a:r>
              <a:rPr lang="en-US" sz="1800" b="1" dirty="0">
                <a:solidFill>
                  <a:srgbClr val="F3EAFE"/>
                </a:solidFill>
                <a:latin typeface="Carlito" pitchFamily="34" charset="0"/>
                <a:ea typeface="Carlito" pitchFamily="34" charset="-122"/>
                <a:cs typeface="Carlito" pitchFamily="34" charset="-120"/>
              </a:rPr>
              <a:t>Program Output — </a:t>
            </a:r>
            <a:r>
              <a:rPr lang="en-US" sz="1800" b="1" dirty="0">
                <a:solidFill>
                  <a:srgbClr val="C77DFF"/>
                </a:solidFill>
                <a:latin typeface="Carlito" pitchFamily="34" charset="0"/>
                <a:ea typeface="Carlito" pitchFamily="34" charset="-122"/>
                <a:cs typeface="Carlito" pitchFamily="34" charset="-120"/>
              </a:rPr>
              <a:t>Superfan Streak &amp; Exit</a:t>
            </a:r>
            <a:endParaRPr lang="en-US" sz="1800" dirty="0"/>
          </a:p>
        </p:txBody>
      </p:sp>
      <p:sp>
        <p:nvSpPr>
          <p:cNvPr id="9" name="Text 5"/>
          <p:cNvSpPr/>
          <p:nvPr/>
        </p:nvSpPr>
        <p:spPr>
          <a:xfrm>
            <a:off x="371475" y="732904"/>
            <a:ext cx="6122194" cy="153514"/>
          </a:xfrm>
          <a:prstGeom prst="rect">
            <a:avLst/>
          </a:prstGeom>
          <a:noFill/>
          <a:ln/>
        </p:spPr>
        <p:txBody>
          <a:bodyPr wrap="square" lIns="0" tIns="0" rIns="0" bIns="0" rtlCol="0" anchor="t"/>
          <a:lstStyle/>
          <a:p>
            <a:pPr marL="0" indent="0" algn="l">
              <a:lnSpc>
                <a:spcPts val="1024"/>
              </a:lnSpc>
              <a:buNone/>
            </a:pPr>
            <a:r>
              <a:rPr lang="en-US" sz="800" dirty="0">
                <a:solidFill>
                  <a:srgbClr val="B8A9D9"/>
                </a:solidFill>
                <a:latin typeface="Liberation Sans Narrow" pitchFamily="34" charset="0"/>
                <a:ea typeface="Liberation Sans Narrow" pitchFamily="34" charset="-122"/>
                <a:cs typeface="Liberation Sans Narrow" pitchFamily="34" charset="-120"/>
              </a:rPr>
              <a:t>Scenario 3 invokes the </a:t>
            </a:r>
            <a:r>
              <a:rPr lang="en-US" sz="800" dirty="0">
                <a:solidFill>
                  <a:srgbClr val="FF8EC7"/>
                </a:solidFill>
                <a:latin typeface="Courier New" pitchFamily="34" charset="0"/>
                <a:ea typeface="Courier New" pitchFamily="34" charset="-122"/>
                <a:cs typeface="Courier New" pitchFamily="34" charset="-120"/>
              </a:rPr>
              <a:t>recursive</a:t>
            </a:r>
            <a:r>
              <a:rPr lang="en-US" sz="800" dirty="0">
                <a:solidFill>
                  <a:srgbClr val="B8A9D9"/>
                </a:solidFill>
                <a:latin typeface="Carlito" pitchFamily="34" charset="0"/>
                <a:ea typeface="Carlito" pitchFamily="34" charset="-122"/>
                <a:cs typeface="Carlito" pitchFamily="34" charset="-120"/>
              </a:rPr>
              <a:t> streak multiplier (5! = 120); Scenario 4 closes the app cleanly.</a:t>
            </a:r>
            <a:endParaRPr lang="en-US" sz="800" dirty="0"/>
          </a:p>
        </p:txBody>
      </p:sp>
      <p:sp>
        <p:nvSpPr>
          <p:cNvPr id="10" name="Text 6"/>
          <p:cNvSpPr/>
          <p:nvPr/>
        </p:nvSpPr>
        <p:spPr>
          <a:xfrm>
            <a:off x="6622256" y="673522"/>
            <a:ext cx="678656"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11" name="Text 7"/>
          <p:cNvSpPr/>
          <p:nvPr/>
        </p:nvSpPr>
        <p:spPr>
          <a:xfrm>
            <a:off x="6822281" y="727100"/>
            <a:ext cx="507206" cy="142646"/>
          </a:xfrm>
          <a:prstGeom prst="rect">
            <a:avLst/>
          </a:prstGeom>
          <a:noFill/>
          <a:ln/>
        </p:spPr>
        <p:txBody>
          <a:bodyPr wrap="none" lIns="0" tIns="0" rIns="0" bIns="0" rtlCol="0" anchor="t"/>
          <a:lstStyle/>
          <a:p>
            <a:pPr marL="0" indent="0" algn="l">
              <a:lnSpc>
                <a:spcPts val="844"/>
              </a:lnSpc>
              <a:buNone/>
            </a:pPr>
            <a:r>
              <a:rPr lang="en-US" sz="600" kern="0" spc="34" dirty="0">
                <a:solidFill>
                  <a:srgbClr val="F3EAFE"/>
                </a:solidFill>
                <a:latin typeface="Liberation Sans Narrow" pitchFamily="34" charset="0"/>
                <a:ea typeface="Liberation Sans Narrow" pitchFamily="34" charset="-122"/>
                <a:cs typeface="Liberation Sans Narrow" pitchFamily="34" charset="-120"/>
              </a:rPr>
              <a:t>Scenario 3</a:t>
            </a:r>
            <a:endParaRPr lang="en-US" sz="600" dirty="0"/>
          </a:p>
        </p:txBody>
      </p:sp>
      <p:sp>
        <p:nvSpPr>
          <p:cNvPr id="12" name="Text 8"/>
          <p:cNvSpPr/>
          <p:nvPr/>
        </p:nvSpPr>
        <p:spPr>
          <a:xfrm>
            <a:off x="6700838"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13" name="Text 9"/>
          <p:cNvSpPr/>
          <p:nvPr/>
        </p:nvSpPr>
        <p:spPr>
          <a:xfrm>
            <a:off x="7358063" y="673522"/>
            <a:ext cx="678656"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14" name="Text 10"/>
          <p:cNvSpPr/>
          <p:nvPr/>
        </p:nvSpPr>
        <p:spPr>
          <a:xfrm>
            <a:off x="7558088" y="727100"/>
            <a:ext cx="507206" cy="142646"/>
          </a:xfrm>
          <a:prstGeom prst="rect">
            <a:avLst/>
          </a:prstGeom>
          <a:noFill/>
          <a:ln/>
        </p:spPr>
        <p:txBody>
          <a:bodyPr wrap="none" lIns="0" tIns="0" rIns="0" bIns="0" rtlCol="0" anchor="t"/>
          <a:lstStyle/>
          <a:p>
            <a:pPr marL="0" indent="0" algn="l">
              <a:lnSpc>
                <a:spcPts val="844"/>
              </a:lnSpc>
              <a:buNone/>
            </a:pPr>
            <a:r>
              <a:rPr lang="en-US" sz="600" kern="0" spc="34" dirty="0">
                <a:solidFill>
                  <a:srgbClr val="F3EAFE"/>
                </a:solidFill>
                <a:latin typeface="Liberation Sans Narrow" pitchFamily="34" charset="0"/>
                <a:ea typeface="Liberation Sans Narrow" pitchFamily="34" charset="-122"/>
                <a:cs typeface="Liberation Sans Narrow" pitchFamily="34" charset="-120"/>
              </a:rPr>
              <a:t>Scenario 4</a:t>
            </a:r>
            <a:endParaRPr lang="en-US" sz="600" dirty="0"/>
          </a:p>
        </p:txBody>
      </p:sp>
      <p:sp>
        <p:nvSpPr>
          <p:cNvPr id="15" name="Text 11"/>
          <p:cNvSpPr/>
          <p:nvPr/>
        </p:nvSpPr>
        <p:spPr>
          <a:xfrm>
            <a:off x="7436644"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16" name="Text 12"/>
          <p:cNvSpPr/>
          <p:nvPr/>
        </p:nvSpPr>
        <p:spPr>
          <a:xfrm>
            <a:off x="8093869" y="673522"/>
            <a:ext cx="678656" cy="200025"/>
          </a:xfrm>
          <a:prstGeom prst="roundRect">
            <a:avLst>
              <a:gd name="adj" fmla="val 4757143"/>
            </a:avLst>
          </a:prstGeom>
          <a:solidFill>
            <a:srgbClr val="C77DFF">
              <a:alpha val="10000"/>
            </a:srgbClr>
          </a:solidFill>
          <a:ln w="7144">
            <a:solidFill>
              <a:srgbClr val="C77DFF"/>
            </a:solidFill>
            <a:prstDash val="solid"/>
          </a:ln>
        </p:spPr>
        <p:txBody>
          <a:bodyPr wrap="square" rtlCol="0" anchor="ctr"/>
          <a:lstStyle/>
          <a:p>
            <a:pPr marL="0" indent="0">
              <a:buNone/>
            </a:pPr>
            <a:endParaRPr lang="en-US" dirty="0"/>
          </a:p>
        </p:txBody>
      </p:sp>
      <p:sp>
        <p:nvSpPr>
          <p:cNvPr id="17" name="Text 13"/>
          <p:cNvSpPr/>
          <p:nvPr/>
        </p:nvSpPr>
        <p:spPr>
          <a:xfrm>
            <a:off x="8292387" y="727100"/>
            <a:ext cx="481645" cy="142646"/>
          </a:xfrm>
          <a:prstGeom prst="rect">
            <a:avLst/>
          </a:prstGeom>
          <a:noFill/>
          <a:ln/>
        </p:spPr>
        <p:txBody>
          <a:bodyPr wrap="none" lIns="0" tIns="0" rIns="0" bIns="0" rtlCol="0" anchor="t"/>
          <a:lstStyle/>
          <a:p>
            <a:pPr marL="0" indent="0" algn="l">
              <a:lnSpc>
                <a:spcPts val="844"/>
              </a:lnSpc>
              <a:buNone/>
            </a:pPr>
            <a:r>
              <a:rPr lang="en-US" sz="600" kern="0" spc="34" dirty="0">
                <a:solidFill>
                  <a:srgbClr val="F3EAFE"/>
                </a:solidFill>
                <a:latin typeface="Courier New" pitchFamily="34" charset="0"/>
                <a:ea typeface="Courier New" pitchFamily="34" charset="-122"/>
                <a:cs typeface="Courier New" pitchFamily="34" charset="-120"/>
              </a:rPr>
              <a:t>Clean exit</a:t>
            </a:r>
            <a:endParaRPr lang="en-US" sz="600" dirty="0"/>
          </a:p>
        </p:txBody>
      </p:sp>
      <p:sp>
        <p:nvSpPr>
          <p:cNvPr id="18" name="Text 14"/>
          <p:cNvSpPr/>
          <p:nvPr/>
        </p:nvSpPr>
        <p:spPr>
          <a:xfrm>
            <a:off x="8172450" y="730672"/>
            <a:ext cx="91440" cy="91440"/>
          </a:xfrm>
          <a:prstGeom prst="rect">
            <a:avLst/>
          </a:prstGeom>
          <a:noFill/>
          <a:ln/>
        </p:spPr>
        <p:txBody>
          <a:bodyPr wrap="none" lIns="0" tIns="0" rIns="0" bIns="0" rtlCol="0" anchor="ctr"/>
          <a:lstStyle/>
          <a:p>
            <a:pPr marL="0" indent="0" algn="ctr">
              <a:buNone/>
            </a:pPr>
            <a:r>
              <a:rPr lang="en-US" sz="844" dirty="0">
                <a:solidFill>
                  <a:srgbClr val="FF8EC7"/>
                </a:solidFill>
                <a:latin typeface="Segoe UI Symbol" pitchFamily="34" charset="0"/>
                <a:ea typeface="Segoe UI Symbol" pitchFamily="34" charset="-122"/>
                <a:cs typeface="Segoe UI Symbol" pitchFamily="34" charset="-120"/>
              </a:rPr>
              <a:t>⏻</a:t>
            </a:r>
            <a:endParaRPr lang="en-US" sz="844" dirty="0"/>
          </a:p>
        </p:txBody>
      </p:sp>
      <p:sp>
        <p:nvSpPr>
          <p:cNvPr id="19" name="Text 15"/>
          <p:cNvSpPr/>
          <p:nvPr/>
        </p:nvSpPr>
        <p:spPr>
          <a:xfrm>
            <a:off x="375047" y="994990"/>
            <a:ext cx="4129088" cy="3850481"/>
          </a:xfrm>
          <a:prstGeom prst="roundRect">
            <a:avLst>
              <a:gd name="adj" fmla="val 3463"/>
            </a:avLst>
          </a:prstGeom>
          <a:solidFill>
            <a:srgbClr val="FFFFFF">
              <a:alpha val="5000"/>
            </a:srgbClr>
          </a:solidFill>
          <a:ln w="7144">
            <a:solidFill>
              <a:srgbClr val="9B51E0"/>
            </a:solidFill>
            <a:prstDash val="solid"/>
          </a:ln>
          <a:effectLst>
            <a:outerShdw blurRad="247650" dist="50800" dir="16200000" algn="bl" rotWithShape="0">
              <a:srgbClr val="9B51E0">
                <a:alpha val="20000"/>
              </a:srgbClr>
            </a:outerShdw>
          </a:effectLst>
        </p:spPr>
        <p:txBody>
          <a:bodyPr wrap="square" rtlCol="0" anchor="ctr"/>
          <a:lstStyle/>
          <a:p>
            <a:pPr marL="0" indent="0">
              <a:buNone/>
            </a:pPr>
            <a:endParaRPr lang="en-US" dirty="0"/>
          </a:p>
        </p:txBody>
      </p:sp>
      <p:pic>
        <p:nvPicPr>
          <p:cNvPr id="20" name="Image 2" descr="/tmp/h2p-fit-1790763886908-b9mriy.png"/>
          <p:cNvPicPr>
            <a:picLocks noChangeAspect="1"/>
          </p:cNvPicPr>
          <p:nvPr/>
        </p:nvPicPr>
        <p:blipFill>
          <a:blip r:embed="rId4"/>
          <a:stretch>
            <a:fillRect/>
          </a:stretch>
        </p:blipFill>
        <p:spPr>
          <a:xfrm>
            <a:off x="492919" y="2106402"/>
            <a:ext cx="3893344" cy="1430759"/>
          </a:xfrm>
          <a:prstGeom prst="rect">
            <a:avLst/>
          </a:prstGeom>
        </p:spPr>
      </p:pic>
      <p:sp>
        <p:nvSpPr>
          <p:cNvPr id="21" name="Text 16"/>
          <p:cNvSpPr/>
          <p:nvPr/>
        </p:nvSpPr>
        <p:spPr>
          <a:xfrm>
            <a:off x="895090" y="3622886"/>
            <a:ext cx="3088891" cy="148106"/>
          </a:xfrm>
          <a:prstGeom prst="rect">
            <a:avLst/>
          </a:prstGeom>
          <a:noFill/>
          <a:ln/>
        </p:spPr>
        <p:txBody>
          <a:bodyPr wrap="square" lIns="0" tIns="0" rIns="0" bIns="0" rtlCol="0" anchor="t"/>
          <a:lstStyle/>
          <a:p>
            <a:pPr marL="0" indent="0" algn="ctr">
              <a:lnSpc>
                <a:spcPts val="987"/>
              </a:lnSpc>
              <a:buNone/>
            </a:pPr>
            <a:r>
              <a:rPr lang="en-US" sz="731" kern="0" spc="15" dirty="0">
                <a:solidFill>
                  <a:srgbClr val="B8A9D9"/>
                </a:solidFill>
                <a:latin typeface="Courier New" pitchFamily="34" charset="0"/>
                <a:ea typeface="Courier New" pitchFamily="34" charset="-122"/>
                <a:cs typeface="Courier New" pitchFamily="34" charset="-120"/>
              </a:rPr>
              <a:t>Option 3 — streak 5 days → Superfan Multiplier = 120 (5! = 120)</a:t>
            </a:r>
            <a:endParaRPr lang="en-US" sz="731" dirty="0"/>
          </a:p>
        </p:txBody>
      </p:sp>
      <p:sp>
        <p:nvSpPr>
          <p:cNvPr id="22" name="Text 17"/>
          <p:cNvSpPr/>
          <p:nvPr/>
        </p:nvSpPr>
        <p:spPr>
          <a:xfrm>
            <a:off x="4639866" y="994990"/>
            <a:ext cx="4129088" cy="3850481"/>
          </a:xfrm>
          <a:prstGeom prst="roundRect">
            <a:avLst>
              <a:gd name="adj" fmla="val 3463"/>
            </a:avLst>
          </a:prstGeom>
          <a:solidFill>
            <a:srgbClr val="FFFFFF">
              <a:alpha val="5000"/>
            </a:srgbClr>
          </a:solidFill>
          <a:ln w="7144">
            <a:solidFill>
              <a:srgbClr val="9B51E0"/>
            </a:solidFill>
            <a:prstDash val="solid"/>
          </a:ln>
          <a:effectLst>
            <a:outerShdw blurRad="247650" dist="50800" dir="16200000" algn="bl" rotWithShape="0">
              <a:srgbClr val="9B51E0">
                <a:alpha val="20000"/>
              </a:srgbClr>
            </a:outerShdw>
          </a:effectLst>
        </p:spPr>
        <p:txBody>
          <a:bodyPr wrap="square" rtlCol="0" anchor="ctr"/>
          <a:lstStyle/>
          <a:p>
            <a:pPr marL="0" indent="0">
              <a:buNone/>
            </a:pPr>
            <a:endParaRPr lang="en-US" dirty="0"/>
          </a:p>
        </p:txBody>
      </p:sp>
      <p:pic>
        <p:nvPicPr>
          <p:cNvPr id="23" name="Image 3" descr="/tmp/h2p-fit-1790763886890-qk46lv.png"/>
          <p:cNvPicPr>
            <a:picLocks noChangeAspect="1"/>
          </p:cNvPicPr>
          <p:nvPr/>
        </p:nvPicPr>
        <p:blipFill>
          <a:blip r:embed="rId5"/>
          <a:stretch>
            <a:fillRect/>
          </a:stretch>
        </p:blipFill>
        <p:spPr>
          <a:xfrm>
            <a:off x="4757738" y="2150269"/>
            <a:ext cx="3893344" cy="1343137"/>
          </a:xfrm>
          <a:prstGeom prst="rect">
            <a:avLst/>
          </a:prstGeom>
        </p:spPr>
      </p:pic>
      <p:sp>
        <p:nvSpPr>
          <p:cNvPr id="24" name="Text 18"/>
          <p:cNvSpPr/>
          <p:nvPr/>
        </p:nvSpPr>
        <p:spPr>
          <a:xfrm>
            <a:off x="5086573" y="3579130"/>
            <a:ext cx="3235561" cy="148106"/>
          </a:xfrm>
          <a:prstGeom prst="rect">
            <a:avLst/>
          </a:prstGeom>
          <a:noFill/>
          <a:ln/>
        </p:spPr>
        <p:txBody>
          <a:bodyPr wrap="square" lIns="0" tIns="0" rIns="0" bIns="0" rtlCol="0" anchor="t"/>
          <a:lstStyle/>
          <a:p>
            <a:pPr marL="0" indent="0" algn="ctr">
              <a:lnSpc>
                <a:spcPts val="987"/>
              </a:lnSpc>
              <a:buNone/>
            </a:pPr>
            <a:r>
              <a:rPr lang="en-US" sz="731" kern="0" spc="15" dirty="0">
                <a:solidFill>
                  <a:srgbClr val="B8A9D9"/>
                </a:solidFill>
                <a:latin typeface="Courier New" pitchFamily="34" charset="0"/>
                <a:ea typeface="Courier New" pitchFamily="34" charset="-122"/>
                <a:cs typeface="Courier New" pitchFamily="34" charset="-120"/>
              </a:rPr>
              <a:t>Option 4 — "Closing Listening-Stats Manager..." + Program finished.</a:t>
            </a:r>
            <a:endParaRPr lang="en-US" sz="731" dirty="0"/>
          </a:p>
        </p:txBody>
      </p:sp>
      <p:sp>
        <p:nvSpPr>
          <p:cNvPr id="25" name="Text 19"/>
          <p:cNvSpPr/>
          <p:nvPr/>
        </p:nvSpPr>
        <p:spPr>
          <a:xfrm>
            <a:off x="623888" y="1346862"/>
            <a:ext cx="1799998" cy="153591"/>
          </a:xfrm>
          <a:prstGeom prst="roundRect">
            <a:avLst>
              <a:gd name="adj" fmla="val 24806"/>
            </a:avLst>
          </a:prstGeom>
          <a:solidFill>
            <a:srgbClr val="FF3D8B">
              <a:alpha val="18000"/>
            </a:srgbClr>
          </a:solidFill>
          <a:ln w="7144">
            <a:solidFill>
              <a:srgbClr val="FF3D8B"/>
            </a:solidFill>
            <a:prstDash val="solid"/>
          </a:ln>
        </p:spPr>
        <p:txBody>
          <a:bodyPr wrap="square" rtlCol="0" anchor="ctr"/>
          <a:lstStyle/>
          <a:p>
            <a:pPr marL="0" indent="0">
              <a:buNone/>
            </a:pPr>
            <a:endParaRPr lang="en-US" dirty="0"/>
          </a:p>
        </p:txBody>
      </p:sp>
      <p:sp>
        <p:nvSpPr>
          <p:cNvPr id="26" name="Text 20"/>
          <p:cNvSpPr/>
          <p:nvPr/>
        </p:nvSpPr>
        <p:spPr>
          <a:xfrm>
            <a:off x="623888" y="1367329"/>
            <a:ext cx="1532223" cy="224444"/>
          </a:xfrm>
          <a:prstGeom prst="rect">
            <a:avLst/>
          </a:prstGeom>
          <a:noFill/>
          <a:ln/>
        </p:spPr>
        <p:txBody>
          <a:bodyPr wrap="none" lIns="64294" tIns="14288" rIns="64294" bIns="14288" rtlCol="0" anchor="t"/>
          <a:lstStyle/>
          <a:p>
            <a:pPr marL="0" indent="0" algn="l">
              <a:lnSpc>
                <a:spcPts val="928"/>
              </a:lnSpc>
              <a:buNone/>
            </a:pPr>
            <a:r>
              <a:rPr lang="en-US" sz="800" kern="0" spc="111" dirty="0">
                <a:solidFill>
                  <a:srgbClr val="FF8EC7"/>
                </a:solidFill>
                <a:latin typeface="Liberation Sans Narrow" pitchFamily="34" charset="0"/>
                <a:ea typeface="Liberation Sans Narrow" pitchFamily="34" charset="-122"/>
                <a:cs typeface="Liberation Sans Narrow" pitchFamily="34" charset="-120"/>
              </a:rPr>
              <a:t>03 — SCENARIO 3 (Option 3)</a:t>
            </a:r>
            <a:endParaRPr lang="en-US" sz="800" dirty="0"/>
          </a:p>
        </p:txBody>
      </p:sp>
      <p:sp>
        <p:nvSpPr>
          <p:cNvPr id="27" name="Text 21"/>
          <p:cNvSpPr/>
          <p:nvPr/>
        </p:nvSpPr>
        <p:spPr>
          <a:xfrm>
            <a:off x="4786082" y="1367329"/>
            <a:ext cx="1914756" cy="224444"/>
          </a:xfrm>
          <a:prstGeom prst="roundRect">
            <a:avLst>
              <a:gd name="adj" fmla="val 24806"/>
            </a:avLst>
          </a:prstGeom>
          <a:solidFill>
            <a:srgbClr val="FF3D8B">
              <a:alpha val="18000"/>
            </a:srgbClr>
          </a:solidFill>
          <a:ln w="7144">
            <a:solidFill>
              <a:srgbClr val="FF3D8B"/>
            </a:solidFill>
            <a:prstDash val="solid"/>
          </a:ln>
        </p:spPr>
        <p:txBody>
          <a:bodyPr wrap="square" rtlCol="0" anchor="ctr"/>
          <a:lstStyle/>
          <a:p>
            <a:pPr marL="0" indent="0" algn="r">
              <a:buNone/>
            </a:pPr>
            <a:endParaRPr lang="en-US" dirty="0"/>
          </a:p>
        </p:txBody>
      </p:sp>
      <p:sp>
        <p:nvSpPr>
          <p:cNvPr id="28" name="Text 22"/>
          <p:cNvSpPr/>
          <p:nvPr/>
        </p:nvSpPr>
        <p:spPr>
          <a:xfrm>
            <a:off x="4879182" y="1427908"/>
            <a:ext cx="1532223" cy="224444"/>
          </a:xfrm>
          <a:prstGeom prst="rect">
            <a:avLst/>
          </a:prstGeom>
          <a:noFill/>
          <a:ln/>
        </p:spPr>
        <p:txBody>
          <a:bodyPr wrap="none" lIns="64294" tIns="14288" rIns="64294" bIns="14288" rtlCol="0" anchor="t"/>
          <a:lstStyle/>
          <a:p>
            <a:pPr marL="0" indent="0" algn="l">
              <a:lnSpc>
                <a:spcPts val="928"/>
              </a:lnSpc>
              <a:buNone/>
            </a:pPr>
            <a:r>
              <a:rPr lang="en-US" sz="800" kern="0" spc="111" dirty="0">
                <a:solidFill>
                  <a:srgbClr val="FF8EC7"/>
                </a:solidFill>
                <a:latin typeface="Liberation Sans Narrow" pitchFamily="34" charset="0"/>
                <a:ea typeface="Liberation Sans Narrow" pitchFamily="34" charset="-122"/>
                <a:cs typeface="Liberation Sans Narrow" pitchFamily="34" charset="-120"/>
              </a:rPr>
              <a:t>04 — SCENARIO 4 (Option 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2" descr="preencoded.png"/>
          <p:cNvPicPr>
            <a:picLocks noChangeAspect="1"/>
          </p:cNvPicPr>
          <p:nvPr/>
        </p:nvPicPr>
        <p:blipFill>
          <a:blip r:embed="rId4">
            <a:alphaModFix amt="30000"/>
          </a:blip>
          <a:stretch>
            <a:fillRect/>
          </a:stretch>
        </p:blipFill>
        <p:spPr>
          <a:xfrm>
            <a:off x="-571500" y="-571500"/>
            <a:ext cx="1571625" cy="1571625"/>
          </a:xfrm>
          <a:prstGeom prst="rect">
            <a:avLst/>
          </a:prstGeom>
        </p:spPr>
      </p:pic>
      <p:sp>
        <p:nvSpPr>
          <p:cNvPr id="5" name="Text 0"/>
          <p:cNvSpPr/>
          <p:nvPr/>
        </p:nvSpPr>
        <p:spPr>
          <a:xfrm>
            <a:off x="-571500" y="-571500"/>
            <a:ext cx="1571625" cy="1571625"/>
          </a:xfrm>
          <a:prstGeom prst="ellipse">
            <a:avLst/>
          </a:prstGeom>
          <a:solidFill>
            <a:srgbClr val="FFFFFF">
              <a:alpha val="0"/>
            </a:srgbClr>
          </a:solidFill>
          <a:ln/>
        </p:spPr>
        <p:txBody>
          <a:bodyPr wrap="square" rtlCol="0" anchor="ctr"/>
          <a:lstStyle/>
          <a:p>
            <a:pPr marL="0" indent="0">
              <a:buNone/>
            </a:pPr>
            <a:endParaRPr lang="en-US" dirty="0"/>
          </a:p>
        </p:txBody>
      </p:sp>
      <p:pic>
        <p:nvPicPr>
          <p:cNvPr id="6" name="Image 3" descr="preencoded.png"/>
          <p:cNvPicPr>
            <a:picLocks noChangeAspect="1"/>
          </p:cNvPicPr>
          <p:nvPr/>
        </p:nvPicPr>
        <p:blipFill>
          <a:blip r:embed="rId5">
            <a:alphaModFix amt="30000"/>
          </a:blip>
          <a:stretch>
            <a:fillRect/>
          </a:stretch>
        </p:blipFill>
        <p:spPr>
          <a:xfrm>
            <a:off x="8001000" y="4286250"/>
            <a:ext cx="1571625" cy="1571625"/>
          </a:xfrm>
          <a:prstGeom prst="rect">
            <a:avLst/>
          </a:prstGeom>
        </p:spPr>
      </p:pic>
      <p:sp>
        <p:nvSpPr>
          <p:cNvPr id="7" name="Text 1"/>
          <p:cNvSpPr/>
          <p:nvPr/>
        </p:nvSpPr>
        <p:spPr>
          <a:xfrm>
            <a:off x="8001000" y="4286250"/>
            <a:ext cx="1571625" cy="1571625"/>
          </a:xfrm>
          <a:prstGeom prst="ellipse">
            <a:avLst/>
          </a:prstGeom>
          <a:solidFill>
            <a:srgbClr val="FFFFFF">
              <a:alpha val="0"/>
            </a:srgbClr>
          </a:solidFill>
          <a:ln/>
        </p:spPr>
        <p:txBody>
          <a:bodyPr wrap="square" rtlCol="0" anchor="ctr"/>
          <a:lstStyle/>
          <a:p>
            <a:pPr marL="0" indent="0">
              <a:buNone/>
            </a:pPr>
            <a:endParaRPr lang="en-US" dirty="0"/>
          </a:p>
        </p:txBody>
      </p:sp>
      <p:pic>
        <p:nvPicPr>
          <p:cNvPr id="8" name="Image 4" descr="preencoded.png"/>
          <p:cNvPicPr>
            <a:picLocks noChangeAspect="1"/>
          </p:cNvPicPr>
          <p:nvPr/>
        </p:nvPicPr>
        <p:blipFill>
          <a:blip r:embed="rId6"/>
          <a:stretch>
            <a:fillRect/>
          </a:stretch>
        </p:blipFill>
        <p:spPr>
          <a:xfrm>
            <a:off x="457200" y="4893469"/>
            <a:ext cx="57150" cy="57150"/>
          </a:xfrm>
          <a:prstGeom prst="rect">
            <a:avLst/>
          </a:prstGeom>
        </p:spPr>
      </p:pic>
      <p:sp>
        <p:nvSpPr>
          <p:cNvPr id="9" name="Text 2"/>
          <p:cNvSpPr/>
          <p:nvPr/>
        </p:nvSpPr>
        <p:spPr>
          <a:xfrm>
            <a:off x="585788" y="4857750"/>
            <a:ext cx="2668828"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10" name="Text 3"/>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13 / 15</a:t>
            </a:r>
            <a:endParaRPr lang="en-US" sz="800" dirty="0"/>
          </a:p>
        </p:txBody>
      </p:sp>
      <p:sp>
        <p:nvSpPr>
          <p:cNvPr id="11" name="Text 4"/>
          <p:cNvSpPr/>
          <p:nvPr/>
        </p:nvSpPr>
        <p:spPr>
          <a:xfrm>
            <a:off x="457200" y="400050"/>
            <a:ext cx="8636000" cy="164592"/>
          </a:xfrm>
          <a:prstGeom prst="rect">
            <a:avLst/>
          </a:prstGeom>
          <a:noFill/>
          <a:ln/>
        </p:spPr>
        <p:txBody>
          <a:bodyPr wrap="none" lIns="0" tIns="0" rIns="0" bIns="0" rtlCol="0" anchor="t"/>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10 / 15 — FUTURE SCOPE</a:t>
            </a:r>
            <a:endParaRPr lang="en-US" sz="800" dirty="0"/>
          </a:p>
        </p:txBody>
      </p:sp>
      <p:sp>
        <p:nvSpPr>
          <p:cNvPr id="12" name="Text 5"/>
          <p:cNvSpPr/>
          <p:nvPr/>
        </p:nvSpPr>
        <p:spPr>
          <a:xfrm>
            <a:off x="457200" y="592931"/>
            <a:ext cx="8636000" cy="438251"/>
          </a:xfrm>
          <a:prstGeom prst="rect">
            <a:avLst/>
          </a:prstGeom>
          <a:noFill/>
          <a:ln/>
        </p:spPr>
        <p:txBody>
          <a:bodyPr wrap="none" lIns="0" tIns="0" rIns="0" bIns="0" rtlCol="0" anchor="t">
            <a:normAutofit/>
          </a:bodyPr>
          <a:lstStyle/>
          <a:p>
            <a:pPr marL="0" indent="0" algn="l">
              <a:lnSpc>
                <a:spcPts val="3218"/>
              </a:lnSpc>
              <a:buNone/>
            </a:pPr>
            <a:r>
              <a:rPr lang="en-US" sz="2925" b="1" dirty="0">
                <a:solidFill>
                  <a:srgbClr val="F3EAFE"/>
                </a:solidFill>
                <a:latin typeface="Carlito" pitchFamily="34" charset="0"/>
                <a:ea typeface="Carlito" pitchFamily="34" charset="-122"/>
                <a:cs typeface="Carlito" pitchFamily="34" charset="-120"/>
              </a:rPr>
              <a:t>Where It Goes </a:t>
            </a:r>
            <a:r>
              <a:rPr lang="en-US" sz="2925" b="1" dirty="0">
                <a:solidFill>
                  <a:srgbClr val="C77DFF"/>
                </a:solidFill>
                <a:latin typeface="Carlito" pitchFamily="34" charset="0"/>
                <a:ea typeface="Carlito" pitchFamily="34" charset="-122"/>
                <a:cs typeface="Carlito" pitchFamily="34" charset="-120"/>
              </a:rPr>
              <a:t>Next</a:t>
            </a:r>
            <a:endParaRPr lang="en-US" sz="2925" dirty="0"/>
          </a:p>
        </p:txBody>
      </p:sp>
      <p:sp>
        <p:nvSpPr>
          <p:cNvPr id="13" name="Text 6"/>
          <p:cNvSpPr/>
          <p:nvPr/>
        </p:nvSpPr>
        <p:spPr>
          <a:xfrm>
            <a:off x="457200" y="1058614"/>
            <a:ext cx="5857875" cy="178897"/>
          </a:xfrm>
          <a:prstGeom prst="rect">
            <a:avLst/>
          </a:prstGeom>
          <a:noFill/>
          <a:ln/>
        </p:spPr>
        <p:txBody>
          <a:bodyPr wrap="square" lIns="0" tIns="0" rIns="0" bIns="0" rtlCol="0" anchor="t"/>
          <a:lstStyle/>
          <a:p>
            <a:pPr marL="0" indent="0" algn="l">
              <a:lnSpc>
                <a:spcPts val="1305"/>
              </a:lnSpc>
              <a:buNone/>
            </a:pPr>
            <a:r>
              <a:rPr lang="en-US" sz="900" dirty="0">
                <a:solidFill>
                  <a:srgbClr val="B8A9D9"/>
                </a:solidFill>
                <a:latin typeface="Carlito" pitchFamily="34" charset="0"/>
                <a:ea typeface="Carlito" pitchFamily="34" charset="-122"/>
                <a:cs typeface="Carlito" pitchFamily="34" charset="-120"/>
              </a:rPr>
              <a:t>A roadmap of five enhancements that take this console app toward a full music management suite.</a:t>
            </a:r>
            <a:endParaRPr lang="en-US" sz="900" dirty="0"/>
          </a:p>
        </p:txBody>
      </p:sp>
      <p:pic>
        <p:nvPicPr>
          <p:cNvPr id="14" name="Image 5" descr="preencoded.png"/>
          <p:cNvPicPr>
            <a:picLocks noChangeAspect="1"/>
          </p:cNvPicPr>
          <p:nvPr/>
        </p:nvPicPr>
        <p:blipFill>
          <a:blip r:embed="rId7"/>
          <a:stretch>
            <a:fillRect/>
          </a:stretch>
        </p:blipFill>
        <p:spPr>
          <a:xfrm>
            <a:off x="714375" y="1781473"/>
            <a:ext cx="7715250" cy="14288"/>
          </a:xfrm>
          <a:prstGeom prst="rect">
            <a:avLst/>
          </a:prstGeom>
        </p:spPr>
      </p:pic>
      <p:sp>
        <p:nvSpPr>
          <p:cNvPr id="15" name="Text 7"/>
          <p:cNvSpPr/>
          <p:nvPr/>
        </p:nvSpPr>
        <p:spPr>
          <a:xfrm>
            <a:off x="460772" y="1642170"/>
            <a:ext cx="1535906" cy="1745754"/>
          </a:xfrm>
          <a:prstGeom prst="roundRect">
            <a:avLst>
              <a:gd name="adj" fmla="val 8682"/>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16" name="Image 6" descr="preencoded.png"/>
          <p:cNvPicPr>
            <a:picLocks noChangeAspect="1"/>
          </p:cNvPicPr>
          <p:nvPr/>
        </p:nvPicPr>
        <p:blipFill>
          <a:blip r:embed="rId8"/>
          <a:stretch>
            <a:fillRect/>
          </a:stretch>
        </p:blipFill>
        <p:spPr>
          <a:xfrm>
            <a:off x="564356" y="1745754"/>
            <a:ext cx="285750" cy="285750"/>
          </a:xfrm>
          <a:prstGeom prst="rect">
            <a:avLst/>
          </a:prstGeom>
        </p:spPr>
      </p:pic>
      <p:sp>
        <p:nvSpPr>
          <p:cNvPr id="17" name="Text 8"/>
          <p:cNvSpPr/>
          <p:nvPr/>
        </p:nvSpPr>
        <p:spPr>
          <a:xfrm>
            <a:off x="564356" y="1745754"/>
            <a:ext cx="285750" cy="28575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01</a:t>
            </a:r>
            <a:endParaRPr lang="en-US" sz="800" dirty="0"/>
          </a:p>
        </p:txBody>
      </p:sp>
      <p:sp>
        <p:nvSpPr>
          <p:cNvPr id="18" name="Text 9"/>
          <p:cNvSpPr/>
          <p:nvPr/>
        </p:nvSpPr>
        <p:spPr>
          <a:xfrm>
            <a:off x="541496" y="2090940"/>
            <a:ext cx="816129"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19" name="Text 10"/>
          <p:cNvSpPr/>
          <p:nvPr/>
        </p:nvSpPr>
        <p:spPr>
          <a:xfrm>
            <a:off x="522963" y="2102941"/>
            <a:ext cx="853196"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PERSISTENCE</a:t>
            </a:r>
            <a:endParaRPr lang="en-US" sz="800" dirty="0"/>
          </a:p>
        </p:txBody>
      </p:sp>
      <p:sp>
        <p:nvSpPr>
          <p:cNvPr id="20" name="Text 11"/>
          <p:cNvSpPr/>
          <p:nvPr/>
        </p:nvSpPr>
        <p:spPr>
          <a:xfrm>
            <a:off x="564356" y="2374404"/>
            <a:ext cx="1273009" cy="154305"/>
          </a:xfrm>
          <a:prstGeom prst="rect">
            <a:avLst/>
          </a:prstGeom>
          <a:noFill/>
          <a:ln/>
        </p:spPr>
        <p:txBody>
          <a:bodyPr wrap="none" lIns="0" tIns="0" rIns="0" bIns="0" rtlCol="0" anchor="t"/>
          <a:lstStyle/>
          <a:p>
            <a:pPr marL="0" indent="0" algn="l">
              <a:lnSpc>
                <a:spcPts val="1125"/>
              </a:lnSpc>
              <a:buNone/>
            </a:pPr>
            <a:r>
              <a:rPr lang="en-US" sz="900" b="1" dirty="0">
                <a:solidFill>
                  <a:srgbClr val="F3EAFE"/>
                </a:solidFill>
                <a:latin typeface="Carlito" pitchFamily="34" charset="0"/>
                <a:ea typeface="Carlito" pitchFamily="34" charset="-122"/>
                <a:cs typeface="Carlito" pitchFamily="34" charset="-120"/>
              </a:rPr>
              <a:t>File-backed Storage</a:t>
            </a:r>
            <a:endParaRPr lang="en-US" sz="900" dirty="0"/>
          </a:p>
        </p:txBody>
      </p:sp>
      <p:sp>
        <p:nvSpPr>
          <p:cNvPr id="21" name="Text 12"/>
          <p:cNvSpPr/>
          <p:nvPr/>
        </p:nvSpPr>
        <p:spPr>
          <a:xfrm>
            <a:off x="564356" y="2588716"/>
            <a:ext cx="1408462" cy="636211"/>
          </a:xfrm>
          <a:prstGeom prst="rect">
            <a:avLst/>
          </a:prstGeom>
          <a:noFill/>
          <a:ln/>
        </p:spPr>
        <p:txBody>
          <a:bodyPr wrap="square" lIns="0" tIns="0" rIns="0" bIns="0" rtlCol="0" anchor="t"/>
          <a:lstStyle/>
          <a:p>
            <a:pPr marL="0" indent="0" algn="l">
              <a:lnSpc>
                <a:spcPts val="1060"/>
              </a:lnSpc>
              <a:buNone/>
            </a:pPr>
            <a:r>
              <a:rPr lang="en-US" sz="800" dirty="0">
                <a:solidFill>
                  <a:srgbClr val="B8A9D9"/>
                </a:solidFill>
                <a:latin typeface="Carlito" pitchFamily="34" charset="0"/>
                <a:ea typeface="Carlito" pitchFamily="34" charset="-122"/>
                <a:cs typeface="Carlito" pitchFamily="34" charset="-120"/>
              </a:rPr>
              <a:t>Save and load playlists to a CSV or JSON file so data survives between runs using java.io and the Jackson library.</a:t>
            </a:r>
            <a:endParaRPr lang="en-US" sz="800" dirty="0"/>
          </a:p>
        </p:txBody>
      </p:sp>
      <p:sp>
        <p:nvSpPr>
          <p:cNvPr id="22" name="Text 13"/>
          <p:cNvSpPr/>
          <p:nvPr/>
        </p:nvSpPr>
        <p:spPr>
          <a:xfrm>
            <a:off x="2132409" y="1642170"/>
            <a:ext cx="1535906" cy="1745754"/>
          </a:xfrm>
          <a:prstGeom prst="roundRect">
            <a:avLst>
              <a:gd name="adj" fmla="val 8682"/>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23" name="Image 7" descr="preencoded.png"/>
          <p:cNvPicPr>
            <a:picLocks noChangeAspect="1"/>
          </p:cNvPicPr>
          <p:nvPr/>
        </p:nvPicPr>
        <p:blipFill>
          <a:blip r:embed="rId8"/>
          <a:stretch>
            <a:fillRect/>
          </a:stretch>
        </p:blipFill>
        <p:spPr>
          <a:xfrm>
            <a:off x="2235994" y="1745754"/>
            <a:ext cx="285750" cy="285750"/>
          </a:xfrm>
          <a:prstGeom prst="rect">
            <a:avLst/>
          </a:prstGeom>
        </p:spPr>
      </p:pic>
      <p:sp>
        <p:nvSpPr>
          <p:cNvPr id="24" name="Text 14"/>
          <p:cNvSpPr/>
          <p:nvPr/>
        </p:nvSpPr>
        <p:spPr>
          <a:xfrm>
            <a:off x="2235994" y="1745754"/>
            <a:ext cx="285750" cy="28575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02</a:t>
            </a:r>
            <a:endParaRPr lang="en-US" sz="800" dirty="0"/>
          </a:p>
        </p:txBody>
      </p:sp>
      <p:sp>
        <p:nvSpPr>
          <p:cNvPr id="25" name="Text 15"/>
          <p:cNvSpPr/>
          <p:nvPr/>
        </p:nvSpPr>
        <p:spPr>
          <a:xfrm>
            <a:off x="2222184" y="2090940"/>
            <a:ext cx="372864"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26" name="Text 16"/>
          <p:cNvSpPr/>
          <p:nvPr/>
        </p:nvSpPr>
        <p:spPr>
          <a:xfrm>
            <a:off x="2235994" y="2102941"/>
            <a:ext cx="345244"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GUI</a:t>
            </a:r>
            <a:endParaRPr lang="en-US" sz="800" dirty="0"/>
          </a:p>
        </p:txBody>
      </p:sp>
      <p:sp>
        <p:nvSpPr>
          <p:cNvPr id="27" name="Text 17"/>
          <p:cNvSpPr/>
          <p:nvPr/>
        </p:nvSpPr>
        <p:spPr>
          <a:xfrm>
            <a:off x="2235994" y="2374404"/>
            <a:ext cx="1206160" cy="154305"/>
          </a:xfrm>
          <a:prstGeom prst="rect">
            <a:avLst/>
          </a:prstGeom>
          <a:noFill/>
          <a:ln/>
        </p:spPr>
        <p:txBody>
          <a:bodyPr wrap="none" lIns="0" tIns="0" rIns="0" bIns="0" rtlCol="0" anchor="t"/>
          <a:lstStyle/>
          <a:p>
            <a:pPr marL="0" indent="0" algn="l">
              <a:lnSpc>
                <a:spcPts val="1125"/>
              </a:lnSpc>
              <a:buNone/>
            </a:pPr>
            <a:r>
              <a:rPr lang="en-US" sz="900" b="1" dirty="0">
                <a:solidFill>
                  <a:srgbClr val="F3EAFE"/>
                </a:solidFill>
                <a:latin typeface="Carlito" pitchFamily="34" charset="0"/>
                <a:ea typeface="Carlito" pitchFamily="34" charset="-122"/>
                <a:cs typeface="Carlito" pitchFamily="34" charset="-120"/>
              </a:rPr>
              <a:t>JavaFX Desktop UI</a:t>
            </a:r>
            <a:endParaRPr lang="en-US" sz="900" dirty="0"/>
          </a:p>
        </p:txBody>
      </p:sp>
      <p:sp>
        <p:nvSpPr>
          <p:cNvPr id="28" name="Text 18"/>
          <p:cNvSpPr/>
          <p:nvPr/>
        </p:nvSpPr>
        <p:spPr>
          <a:xfrm>
            <a:off x="2235994" y="2588716"/>
            <a:ext cx="1408462" cy="681335"/>
          </a:xfrm>
          <a:prstGeom prst="rect">
            <a:avLst/>
          </a:prstGeom>
          <a:noFill/>
          <a:ln/>
        </p:spPr>
        <p:txBody>
          <a:bodyPr wrap="square" lIns="0" tIns="0" rIns="0" bIns="0" rtlCol="0" anchor="t"/>
          <a:lstStyle/>
          <a:p>
            <a:pPr marL="0" indent="0" algn="l">
              <a:lnSpc>
                <a:spcPts val="1060"/>
              </a:lnSpc>
              <a:buNone/>
            </a:pPr>
            <a:r>
              <a:rPr lang="en-US" sz="800" dirty="0">
                <a:solidFill>
                  <a:srgbClr val="B8A9D9"/>
                </a:solidFill>
                <a:latin typeface="Carlito" pitchFamily="34" charset="0"/>
                <a:ea typeface="Carlito" pitchFamily="34" charset="-122"/>
                <a:cs typeface="Carlito" pitchFamily="34" charset="-120"/>
              </a:rPr>
              <a:t>Replace the console menu with a JavaFX window featuring tables, buttons, and visual equalizer bars — full desktop app experience.</a:t>
            </a:r>
            <a:endParaRPr lang="en-US" sz="800" dirty="0"/>
          </a:p>
        </p:txBody>
      </p:sp>
      <p:sp>
        <p:nvSpPr>
          <p:cNvPr id="29" name="Text 19"/>
          <p:cNvSpPr/>
          <p:nvPr/>
        </p:nvSpPr>
        <p:spPr>
          <a:xfrm>
            <a:off x="3804047" y="1642170"/>
            <a:ext cx="1535906" cy="1745754"/>
          </a:xfrm>
          <a:prstGeom prst="roundRect">
            <a:avLst>
              <a:gd name="adj" fmla="val 8682"/>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30" name="Image 8" descr="preencoded.png"/>
          <p:cNvPicPr>
            <a:picLocks noChangeAspect="1"/>
          </p:cNvPicPr>
          <p:nvPr/>
        </p:nvPicPr>
        <p:blipFill>
          <a:blip r:embed="rId8"/>
          <a:stretch>
            <a:fillRect/>
          </a:stretch>
        </p:blipFill>
        <p:spPr>
          <a:xfrm>
            <a:off x="3907631" y="1745754"/>
            <a:ext cx="285750" cy="285750"/>
          </a:xfrm>
          <a:prstGeom prst="rect">
            <a:avLst/>
          </a:prstGeom>
        </p:spPr>
      </p:pic>
      <p:sp>
        <p:nvSpPr>
          <p:cNvPr id="31" name="Text 20"/>
          <p:cNvSpPr/>
          <p:nvPr/>
        </p:nvSpPr>
        <p:spPr>
          <a:xfrm>
            <a:off x="3907631" y="1745754"/>
            <a:ext cx="285750" cy="28575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03</a:t>
            </a:r>
            <a:endParaRPr lang="en-US" sz="800" dirty="0"/>
          </a:p>
        </p:txBody>
      </p:sp>
      <p:sp>
        <p:nvSpPr>
          <p:cNvPr id="32" name="Text 21"/>
          <p:cNvSpPr/>
          <p:nvPr/>
        </p:nvSpPr>
        <p:spPr>
          <a:xfrm>
            <a:off x="3889571" y="2090940"/>
            <a:ext cx="487628"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33" name="Text 22"/>
          <p:cNvSpPr/>
          <p:nvPr/>
        </p:nvSpPr>
        <p:spPr>
          <a:xfrm>
            <a:off x="3907631" y="2102941"/>
            <a:ext cx="451507"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AUDIO</a:t>
            </a:r>
            <a:endParaRPr lang="en-US" sz="800" dirty="0"/>
          </a:p>
        </p:txBody>
      </p:sp>
      <p:sp>
        <p:nvSpPr>
          <p:cNvPr id="34" name="Text 23"/>
          <p:cNvSpPr/>
          <p:nvPr/>
        </p:nvSpPr>
        <p:spPr>
          <a:xfrm>
            <a:off x="3907631" y="2374404"/>
            <a:ext cx="1312778" cy="154305"/>
          </a:xfrm>
          <a:prstGeom prst="rect">
            <a:avLst/>
          </a:prstGeom>
          <a:noFill/>
          <a:ln/>
        </p:spPr>
        <p:txBody>
          <a:bodyPr wrap="none" lIns="0" tIns="0" rIns="0" bIns="0" rtlCol="0" anchor="t"/>
          <a:lstStyle/>
          <a:p>
            <a:pPr marL="0" indent="0" algn="l">
              <a:lnSpc>
                <a:spcPts val="1125"/>
              </a:lnSpc>
              <a:buNone/>
            </a:pPr>
            <a:r>
              <a:rPr lang="en-US" sz="900" b="1" dirty="0">
                <a:solidFill>
                  <a:srgbClr val="F3EAFE"/>
                </a:solidFill>
                <a:latin typeface="Carlito" pitchFamily="34" charset="0"/>
                <a:ea typeface="Carlito" pitchFamily="34" charset="-122"/>
                <a:cs typeface="Carlito" pitchFamily="34" charset="-120"/>
              </a:rPr>
              <a:t>Real Audio Playback</a:t>
            </a:r>
            <a:endParaRPr lang="en-US" sz="900" dirty="0"/>
          </a:p>
        </p:txBody>
      </p:sp>
      <p:sp>
        <p:nvSpPr>
          <p:cNvPr id="35" name="Text 24"/>
          <p:cNvSpPr/>
          <p:nvPr/>
        </p:nvSpPr>
        <p:spPr>
          <a:xfrm>
            <a:off x="3907631" y="2588716"/>
            <a:ext cx="1408462" cy="636211"/>
          </a:xfrm>
          <a:prstGeom prst="rect">
            <a:avLst/>
          </a:prstGeom>
          <a:noFill/>
          <a:ln/>
        </p:spPr>
        <p:txBody>
          <a:bodyPr wrap="square" lIns="0" tIns="0" rIns="0" bIns="0" rtlCol="0" anchor="t"/>
          <a:lstStyle/>
          <a:p>
            <a:pPr marL="0" indent="0" algn="l">
              <a:lnSpc>
                <a:spcPts val="1060"/>
              </a:lnSpc>
              <a:buNone/>
            </a:pPr>
            <a:r>
              <a:rPr lang="en-US" sz="800" dirty="0">
                <a:solidFill>
                  <a:srgbClr val="B8A9D9"/>
                </a:solidFill>
                <a:latin typeface="Carlito" pitchFamily="34" charset="0"/>
                <a:ea typeface="Carlito" pitchFamily="34" charset="-122"/>
                <a:cs typeface="Carlito" pitchFamily="34" charset="-120"/>
              </a:rPr>
              <a:t>Integrate JavaFX Media or JLayer to play actual MP3 files instead of just simulating play and incrementing a counter.</a:t>
            </a:r>
            <a:endParaRPr lang="en-US" sz="800" dirty="0"/>
          </a:p>
        </p:txBody>
      </p:sp>
      <p:sp>
        <p:nvSpPr>
          <p:cNvPr id="36" name="Text 25"/>
          <p:cNvSpPr/>
          <p:nvPr/>
        </p:nvSpPr>
        <p:spPr>
          <a:xfrm>
            <a:off x="5475684" y="1642170"/>
            <a:ext cx="1535906" cy="1745754"/>
          </a:xfrm>
          <a:prstGeom prst="roundRect">
            <a:avLst>
              <a:gd name="adj" fmla="val 8682"/>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37" name="Image 9" descr="preencoded.png"/>
          <p:cNvPicPr>
            <a:picLocks noChangeAspect="1"/>
          </p:cNvPicPr>
          <p:nvPr/>
        </p:nvPicPr>
        <p:blipFill>
          <a:blip r:embed="rId8"/>
          <a:stretch>
            <a:fillRect/>
          </a:stretch>
        </p:blipFill>
        <p:spPr>
          <a:xfrm>
            <a:off x="5579269" y="1745754"/>
            <a:ext cx="285750" cy="285750"/>
          </a:xfrm>
          <a:prstGeom prst="rect">
            <a:avLst/>
          </a:prstGeom>
        </p:spPr>
      </p:pic>
      <p:sp>
        <p:nvSpPr>
          <p:cNvPr id="38" name="Text 26"/>
          <p:cNvSpPr/>
          <p:nvPr/>
        </p:nvSpPr>
        <p:spPr>
          <a:xfrm>
            <a:off x="5579269" y="1745754"/>
            <a:ext cx="285750" cy="28575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04</a:t>
            </a:r>
            <a:endParaRPr lang="en-US" sz="800" dirty="0"/>
          </a:p>
        </p:txBody>
      </p:sp>
      <p:sp>
        <p:nvSpPr>
          <p:cNvPr id="39" name="Text 27"/>
          <p:cNvSpPr/>
          <p:nvPr/>
        </p:nvSpPr>
        <p:spPr>
          <a:xfrm>
            <a:off x="5561208" y="2090940"/>
            <a:ext cx="487628"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40" name="Text 28"/>
          <p:cNvSpPr/>
          <p:nvPr/>
        </p:nvSpPr>
        <p:spPr>
          <a:xfrm>
            <a:off x="5579269" y="2102941"/>
            <a:ext cx="451507"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CLOUD</a:t>
            </a:r>
            <a:endParaRPr lang="en-US" sz="800" dirty="0"/>
          </a:p>
        </p:txBody>
      </p:sp>
      <p:sp>
        <p:nvSpPr>
          <p:cNvPr id="41" name="Text 29"/>
          <p:cNvSpPr/>
          <p:nvPr/>
        </p:nvSpPr>
        <p:spPr>
          <a:xfrm>
            <a:off x="5579269" y="2374404"/>
            <a:ext cx="1328737" cy="154305"/>
          </a:xfrm>
          <a:prstGeom prst="rect">
            <a:avLst/>
          </a:prstGeom>
          <a:noFill/>
          <a:ln/>
        </p:spPr>
        <p:txBody>
          <a:bodyPr wrap="none" lIns="0" tIns="0" rIns="0" bIns="0" rtlCol="0" anchor="t"/>
          <a:lstStyle/>
          <a:p>
            <a:pPr marL="0" indent="0" algn="l">
              <a:lnSpc>
                <a:spcPts val="1125"/>
              </a:lnSpc>
              <a:buNone/>
            </a:pPr>
            <a:r>
              <a:rPr lang="en-US" sz="900" b="1" dirty="0">
                <a:solidFill>
                  <a:srgbClr val="F3EAFE"/>
                </a:solidFill>
                <a:latin typeface="Carlito" pitchFamily="34" charset="0"/>
                <a:ea typeface="Carlito" pitchFamily="34" charset="-122"/>
                <a:cs typeface="Carlito" pitchFamily="34" charset="-120"/>
              </a:rPr>
              <a:t>Cloud Sync &amp; Sharing</a:t>
            </a:r>
            <a:endParaRPr lang="en-US" sz="900" dirty="0"/>
          </a:p>
        </p:txBody>
      </p:sp>
      <p:sp>
        <p:nvSpPr>
          <p:cNvPr id="42" name="Text 30"/>
          <p:cNvSpPr/>
          <p:nvPr/>
        </p:nvSpPr>
        <p:spPr>
          <a:xfrm>
            <a:off x="5579269" y="2588716"/>
            <a:ext cx="1408462" cy="681335"/>
          </a:xfrm>
          <a:prstGeom prst="rect">
            <a:avLst/>
          </a:prstGeom>
          <a:noFill/>
          <a:ln/>
        </p:spPr>
        <p:txBody>
          <a:bodyPr wrap="square" lIns="0" tIns="0" rIns="0" bIns="0" rtlCol="0" anchor="t"/>
          <a:lstStyle/>
          <a:p>
            <a:pPr marL="0" indent="0" algn="l">
              <a:lnSpc>
                <a:spcPts val="1060"/>
              </a:lnSpc>
              <a:buNone/>
            </a:pPr>
            <a:r>
              <a:rPr lang="en-US" sz="800" dirty="0">
                <a:solidFill>
                  <a:srgbClr val="B8A9D9"/>
                </a:solidFill>
                <a:latin typeface="Carlito" pitchFamily="34" charset="0"/>
                <a:ea typeface="Carlito" pitchFamily="34" charset="-122"/>
                <a:cs typeface="Carlito" pitchFamily="34" charset="-120"/>
              </a:rPr>
              <a:t>Sync playlists to a Firebase or REST backend so the same library follows the user across devices and can be shared with friends.</a:t>
            </a:r>
            <a:endParaRPr lang="en-US" sz="800" dirty="0"/>
          </a:p>
        </p:txBody>
      </p:sp>
      <p:sp>
        <p:nvSpPr>
          <p:cNvPr id="43" name="Text 31"/>
          <p:cNvSpPr/>
          <p:nvPr/>
        </p:nvSpPr>
        <p:spPr>
          <a:xfrm>
            <a:off x="7147322" y="1642170"/>
            <a:ext cx="1535906" cy="1745754"/>
          </a:xfrm>
          <a:prstGeom prst="roundRect">
            <a:avLst>
              <a:gd name="adj" fmla="val 8682"/>
            </a:avLst>
          </a:prstGeom>
          <a:solidFill>
            <a:srgbClr val="FFFFFF">
              <a:alpha val="5000"/>
            </a:srgbClr>
          </a:solidFill>
          <a:ln w="7144">
            <a:solidFill>
              <a:srgbClr val="C77DFF"/>
            </a:solidFill>
            <a:prstDash val="solid"/>
          </a:ln>
        </p:spPr>
        <p:txBody>
          <a:bodyPr wrap="square" rtlCol="0" anchor="ctr"/>
          <a:lstStyle/>
          <a:p>
            <a:pPr marL="0" indent="0">
              <a:buNone/>
            </a:pPr>
            <a:endParaRPr lang="en-US" dirty="0"/>
          </a:p>
        </p:txBody>
      </p:sp>
      <p:pic>
        <p:nvPicPr>
          <p:cNvPr id="44" name="Image 10" descr="preencoded.png"/>
          <p:cNvPicPr>
            <a:picLocks noChangeAspect="1"/>
          </p:cNvPicPr>
          <p:nvPr/>
        </p:nvPicPr>
        <p:blipFill>
          <a:blip r:embed="rId8"/>
          <a:stretch>
            <a:fillRect/>
          </a:stretch>
        </p:blipFill>
        <p:spPr>
          <a:xfrm>
            <a:off x="7250906" y="1745754"/>
            <a:ext cx="285750" cy="285750"/>
          </a:xfrm>
          <a:prstGeom prst="rect">
            <a:avLst/>
          </a:prstGeom>
        </p:spPr>
      </p:pic>
      <p:sp>
        <p:nvSpPr>
          <p:cNvPr id="45" name="Text 32"/>
          <p:cNvSpPr/>
          <p:nvPr/>
        </p:nvSpPr>
        <p:spPr>
          <a:xfrm>
            <a:off x="7250906" y="1745754"/>
            <a:ext cx="285750" cy="285750"/>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05</a:t>
            </a:r>
            <a:endParaRPr lang="en-US" sz="800" dirty="0"/>
          </a:p>
        </p:txBody>
      </p:sp>
      <p:sp>
        <p:nvSpPr>
          <p:cNvPr id="46" name="Text 33"/>
          <p:cNvSpPr/>
          <p:nvPr/>
        </p:nvSpPr>
        <p:spPr>
          <a:xfrm>
            <a:off x="7239222" y="2090940"/>
            <a:ext cx="315481"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47" name="Text 34"/>
          <p:cNvSpPr/>
          <p:nvPr/>
        </p:nvSpPr>
        <p:spPr>
          <a:xfrm>
            <a:off x="7250906" y="2102941"/>
            <a:ext cx="292112"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AI</a:t>
            </a:r>
            <a:endParaRPr lang="en-US" sz="800" dirty="0"/>
          </a:p>
        </p:txBody>
      </p:sp>
      <p:sp>
        <p:nvSpPr>
          <p:cNvPr id="48" name="Text 35"/>
          <p:cNvSpPr/>
          <p:nvPr/>
        </p:nvSpPr>
        <p:spPr>
          <a:xfrm>
            <a:off x="7250906" y="2374404"/>
            <a:ext cx="1328738" cy="308610"/>
          </a:xfrm>
          <a:prstGeom prst="rect">
            <a:avLst/>
          </a:prstGeom>
          <a:noFill/>
          <a:ln/>
        </p:spPr>
        <p:txBody>
          <a:bodyPr wrap="none" lIns="0" tIns="0" rIns="0" bIns="0" rtlCol="0" anchor="t"/>
          <a:lstStyle/>
          <a:p>
            <a:pPr marL="0" indent="0" algn="l">
              <a:lnSpc>
                <a:spcPts val="1125"/>
              </a:lnSpc>
              <a:buNone/>
            </a:pPr>
            <a:r>
              <a:rPr lang="en-US" sz="900" b="1" dirty="0">
                <a:solidFill>
                  <a:srgbClr val="F3EAFE"/>
                </a:solidFill>
                <a:latin typeface="Carlito" pitchFamily="34" charset="0"/>
                <a:ea typeface="Carlito" pitchFamily="34" charset="-122"/>
                <a:cs typeface="Carlito" pitchFamily="34" charset="-120"/>
              </a:rPr>
              <a:t>Smart Recommendations</a:t>
            </a:r>
            <a:endParaRPr lang="en-US" sz="900" dirty="0"/>
          </a:p>
        </p:txBody>
      </p:sp>
      <p:sp>
        <p:nvSpPr>
          <p:cNvPr id="49" name="Text 36"/>
          <p:cNvSpPr/>
          <p:nvPr/>
        </p:nvSpPr>
        <p:spPr>
          <a:xfrm>
            <a:off x="7250906" y="2731591"/>
            <a:ext cx="1408462" cy="538460"/>
          </a:xfrm>
          <a:prstGeom prst="rect">
            <a:avLst/>
          </a:prstGeom>
          <a:noFill/>
          <a:ln/>
        </p:spPr>
        <p:txBody>
          <a:bodyPr wrap="square" lIns="0" tIns="0" rIns="0" bIns="0" rtlCol="0" anchor="t"/>
          <a:lstStyle/>
          <a:p>
            <a:pPr marL="0" indent="0" algn="l">
              <a:lnSpc>
                <a:spcPts val="1060"/>
              </a:lnSpc>
              <a:buNone/>
            </a:pPr>
            <a:r>
              <a:rPr lang="en-US" sz="800" dirty="0">
                <a:solidFill>
                  <a:srgbClr val="B8A9D9"/>
                </a:solidFill>
                <a:latin typeface="Carlito" pitchFamily="34" charset="0"/>
                <a:ea typeface="Carlito" pitchFamily="34" charset="-122"/>
                <a:cs typeface="Carlito" pitchFamily="34" charset="-120"/>
              </a:rPr>
              <a:t>Recommend songs based on listening history using a collaborative-filtering model served from a Python backend.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2" descr="preencoded.png"/>
          <p:cNvPicPr>
            <a:picLocks noChangeAspect="1"/>
          </p:cNvPicPr>
          <p:nvPr/>
        </p:nvPicPr>
        <p:blipFill>
          <a:blip r:embed="rId4">
            <a:alphaModFix amt="32000"/>
          </a:blip>
          <a:stretch>
            <a:fillRect/>
          </a:stretch>
        </p:blipFill>
        <p:spPr>
          <a:xfrm>
            <a:off x="8001000" y="-714375"/>
            <a:ext cx="1714500" cy="1714500"/>
          </a:xfrm>
          <a:prstGeom prst="rect">
            <a:avLst/>
          </a:prstGeom>
        </p:spPr>
      </p:pic>
      <p:sp>
        <p:nvSpPr>
          <p:cNvPr id="5" name="Text 0"/>
          <p:cNvSpPr/>
          <p:nvPr/>
        </p:nvSpPr>
        <p:spPr>
          <a:xfrm>
            <a:off x="8001000" y="-714375"/>
            <a:ext cx="1714500" cy="1714500"/>
          </a:xfrm>
          <a:prstGeom prst="ellipse">
            <a:avLst/>
          </a:prstGeom>
          <a:solidFill>
            <a:srgbClr val="FFFFFF">
              <a:alpha val="0"/>
            </a:srgbClr>
          </a:solidFill>
          <a:ln/>
        </p:spPr>
        <p:txBody>
          <a:bodyPr wrap="square" rtlCol="0" anchor="ctr"/>
          <a:lstStyle/>
          <a:p>
            <a:pPr marL="0" indent="0">
              <a:buNone/>
            </a:pPr>
            <a:endParaRPr lang="en-US" dirty="0"/>
          </a:p>
        </p:txBody>
      </p:sp>
      <p:pic>
        <p:nvPicPr>
          <p:cNvPr id="6" name="Image 3" descr="preencoded.png"/>
          <p:cNvPicPr>
            <a:picLocks noChangeAspect="1"/>
          </p:cNvPicPr>
          <p:nvPr/>
        </p:nvPicPr>
        <p:blipFill>
          <a:blip r:embed="rId5">
            <a:alphaModFix amt="32000"/>
          </a:blip>
          <a:stretch>
            <a:fillRect/>
          </a:stretch>
        </p:blipFill>
        <p:spPr>
          <a:xfrm>
            <a:off x="-571500" y="4143375"/>
            <a:ext cx="1714500" cy="1714500"/>
          </a:xfrm>
          <a:prstGeom prst="rect">
            <a:avLst/>
          </a:prstGeom>
        </p:spPr>
      </p:pic>
      <p:sp>
        <p:nvSpPr>
          <p:cNvPr id="7" name="Text 1"/>
          <p:cNvSpPr/>
          <p:nvPr/>
        </p:nvSpPr>
        <p:spPr>
          <a:xfrm>
            <a:off x="-571500" y="4143375"/>
            <a:ext cx="1714500" cy="1714500"/>
          </a:xfrm>
          <a:prstGeom prst="ellipse">
            <a:avLst/>
          </a:prstGeom>
          <a:solidFill>
            <a:srgbClr val="FFFFFF">
              <a:alpha val="0"/>
            </a:srgbClr>
          </a:solidFill>
          <a:ln/>
        </p:spPr>
        <p:txBody>
          <a:bodyPr wrap="square" rtlCol="0" anchor="ctr"/>
          <a:lstStyle/>
          <a:p>
            <a:pPr marL="0" indent="0">
              <a:buNone/>
            </a:pPr>
            <a:endParaRPr lang="en-US" dirty="0"/>
          </a:p>
        </p:txBody>
      </p:sp>
      <p:pic>
        <p:nvPicPr>
          <p:cNvPr id="8" name="Image 4" descr="preencoded.png"/>
          <p:cNvPicPr>
            <a:picLocks noChangeAspect="1"/>
          </p:cNvPicPr>
          <p:nvPr/>
        </p:nvPicPr>
        <p:blipFill>
          <a:blip r:embed="rId6"/>
          <a:stretch>
            <a:fillRect/>
          </a:stretch>
        </p:blipFill>
        <p:spPr>
          <a:xfrm>
            <a:off x="457200" y="4893469"/>
            <a:ext cx="57150" cy="57150"/>
          </a:xfrm>
          <a:prstGeom prst="rect">
            <a:avLst/>
          </a:prstGeom>
        </p:spPr>
      </p:pic>
      <p:sp>
        <p:nvSpPr>
          <p:cNvPr id="9" name="Text 2"/>
          <p:cNvSpPr/>
          <p:nvPr/>
        </p:nvSpPr>
        <p:spPr>
          <a:xfrm>
            <a:off x="585788" y="4857750"/>
            <a:ext cx="2668828" cy="164592"/>
          </a:xfrm>
          <a:prstGeom prst="rect">
            <a:avLst/>
          </a:prstGeom>
          <a:noFill/>
          <a:ln/>
        </p:spPr>
        <p:txBody>
          <a:bodyPr wrap="square" lIns="0" tIns="0" rIns="0" bIns="0" rtlCol="0" anchor="t"/>
          <a:lstStyle/>
          <a:p>
            <a:pPr marL="0" indent="0" algn="l">
              <a:lnSpc>
                <a:spcPts val="1013"/>
              </a:lnSpc>
              <a:buNone/>
            </a:pPr>
            <a:r>
              <a:rPr lang="en-US" sz="800" kern="0" spc="108" dirty="0">
                <a:solidFill>
                  <a:srgbClr val="6C5B89"/>
                </a:solidFill>
                <a:latin typeface="Courier New" pitchFamily="34" charset="0"/>
                <a:ea typeface="Courier New" pitchFamily="34" charset="-122"/>
                <a:cs typeface="Courier New" pitchFamily="34" charset="-120"/>
              </a:rPr>
              <a:t>MUSIC PLAYLIST &amp; LISTENING STATS MANAGER</a:t>
            </a:r>
            <a:endParaRPr lang="en-US" sz="800" dirty="0"/>
          </a:p>
        </p:txBody>
      </p:sp>
      <p:sp>
        <p:nvSpPr>
          <p:cNvPr id="10" name="Text 3"/>
          <p:cNvSpPr/>
          <p:nvPr/>
        </p:nvSpPr>
        <p:spPr>
          <a:xfrm>
            <a:off x="8290657" y="4857750"/>
            <a:ext cx="592234" cy="164592"/>
          </a:xfrm>
          <a:prstGeom prst="rect">
            <a:avLst/>
          </a:prstGeom>
          <a:noFill/>
          <a:ln/>
        </p:spPr>
        <p:txBody>
          <a:bodyPr wrap="none" lIns="0" tIns="0" rIns="0" bIns="0" rtlCol="0" anchor="t"/>
          <a:lstStyle/>
          <a:p>
            <a:pPr marL="0" indent="0" algn="l">
              <a:lnSpc>
                <a:spcPts val="1013"/>
              </a:lnSpc>
              <a:buNone/>
            </a:pPr>
            <a:r>
              <a:rPr lang="en-US" sz="800" kern="0" spc="108" dirty="0">
                <a:solidFill>
                  <a:srgbClr val="6C5B89"/>
                </a:solidFill>
                <a:latin typeface="Liberation Sans Narrow" pitchFamily="34" charset="0"/>
                <a:ea typeface="Liberation Sans Narrow" pitchFamily="34" charset="-122"/>
                <a:cs typeface="Liberation Sans Narrow" pitchFamily="34" charset="-120"/>
              </a:rPr>
              <a:t>14 / 15</a:t>
            </a:r>
            <a:endParaRPr lang="en-US" sz="800" dirty="0"/>
          </a:p>
        </p:txBody>
      </p:sp>
      <p:sp>
        <p:nvSpPr>
          <p:cNvPr id="11" name="Text 4"/>
          <p:cNvSpPr/>
          <p:nvPr/>
        </p:nvSpPr>
        <p:spPr>
          <a:xfrm>
            <a:off x="457200" y="400050"/>
            <a:ext cx="8636000" cy="164592"/>
          </a:xfrm>
          <a:prstGeom prst="rect">
            <a:avLst/>
          </a:prstGeom>
          <a:noFill/>
          <a:ln/>
        </p:spPr>
        <p:txBody>
          <a:bodyPr wrap="none" lIns="0" tIns="0" rIns="0" bIns="0" rtlCol="0" anchor="t"/>
          <a:lstStyle/>
          <a:p>
            <a:pPr marL="0" indent="0" algn="l">
              <a:lnSpc>
                <a:spcPts val="1181"/>
              </a:lnSpc>
              <a:buNone/>
            </a:pPr>
            <a:r>
              <a:rPr lang="en-US" sz="800" kern="0" spc="142" dirty="0">
                <a:solidFill>
                  <a:srgbClr val="C77DFF"/>
                </a:solidFill>
                <a:latin typeface="Liberation Sans Narrow" pitchFamily="34" charset="0"/>
                <a:ea typeface="Liberation Sans Narrow" pitchFamily="34" charset="-122"/>
                <a:cs typeface="Liberation Sans Narrow" pitchFamily="34" charset="-120"/>
              </a:rPr>
              <a:t>11 / 15 — CONCLUSION</a:t>
            </a:r>
            <a:endParaRPr lang="en-US" sz="800" dirty="0"/>
          </a:p>
        </p:txBody>
      </p:sp>
      <p:sp>
        <p:nvSpPr>
          <p:cNvPr id="12" name="Text 5"/>
          <p:cNvSpPr/>
          <p:nvPr/>
        </p:nvSpPr>
        <p:spPr>
          <a:xfrm>
            <a:off x="457200" y="592931"/>
            <a:ext cx="8636000" cy="441216"/>
          </a:xfrm>
          <a:prstGeom prst="rect">
            <a:avLst/>
          </a:prstGeom>
          <a:noFill/>
          <a:ln/>
        </p:spPr>
        <p:txBody>
          <a:bodyPr wrap="none" lIns="0" tIns="0" rIns="0" bIns="0" rtlCol="0" anchor="t"/>
          <a:lstStyle/>
          <a:p>
            <a:pPr marL="0" indent="0" algn="l">
              <a:lnSpc>
                <a:spcPts val="3218"/>
              </a:lnSpc>
              <a:buNone/>
            </a:pPr>
            <a:r>
              <a:rPr lang="en-US" sz="2925" b="1" dirty="0">
                <a:solidFill>
                  <a:srgbClr val="F3EAFE"/>
                </a:solidFill>
                <a:latin typeface="Carlito" pitchFamily="34" charset="0"/>
                <a:ea typeface="Carlito" pitchFamily="34" charset="-122"/>
                <a:cs typeface="Carlito" pitchFamily="34" charset="-120"/>
              </a:rPr>
              <a:t>Wrapping Up</a:t>
            </a:r>
            <a:endParaRPr lang="en-US" sz="2925" dirty="0"/>
          </a:p>
        </p:txBody>
      </p:sp>
      <p:sp>
        <p:nvSpPr>
          <p:cNvPr id="13" name="Text 6"/>
          <p:cNvSpPr/>
          <p:nvPr/>
        </p:nvSpPr>
        <p:spPr>
          <a:xfrm>
            <a:off x="1357313" y="1158627"/>
            <a:ext cx="6429375" cy="812994"/>
          </a:xfrm>
          <a:prstGeom prst="rect">
            <a:avLst/>
          </a:prstGeom>
          <a:noFill/>
          <a:ln/>
        </p:spPr>
        <p:txBody>
          <a:bodyPr wrap="square" lIns="0" tIns="0" rIns="0" bIns="0" rtlCol="0" anchor="t"/>
          <a:lstStyle/>
          <a:p>
            <a:pPr marL="0" indent="0" algn="ctr">
              <a:lnSpc>
                <a:spcPts val="1482"/>
              </a:lnSpc>
              <a:buNone/>
            </a:pPr>
            <a:r>
              <a:rPr lang="en-US" sz="956" dirty="0">
                <a:solidFill>
                  <a:srgbClr val="F3EAFE"/>
                </a:solidFill>
                <a:latin typeface="Carlito" pitchFamily="34" charset="0"/>
                <a:ea typeface="Carlito" pitchFamily="34" charset="-122"/>
                <a:cs typeface="Carlito" pitchFamily="34" charset="-120"/>
              </a:rPr>
              <a:t>The Music Playlist and Listening Stats Manager demonstrates that a well-structured Java application — built with nothing but the standard library and a clear OOP design — can deliver a genuinely useful music management experience. By modelling songs and playlists as objects and tracking every play, the project turns passive listening into measurable, queryable data that the user controls.</a:t>
            </a:r>
            <a:endParaRPr lang="en-US" sz="956" dirty="0"/>
          </a:p>
        </p:txBody>
      </p:sp>
      <p:pic>
        <p:nvPicPr>
          <p:cNvPr id="14" name="Image 5" descr="preencoded.png"/>
          <p:cNvPicPr>
            <a:picLocks noChangeAspect="1"/>
          </p:cNvPicPr>
          <p:nvPr/>
        </p:nvPicPr>
        <p:blipFill>
          <a:blip r:embed="rId7"/>
          <a:stretch>
            <a:fillRect/>
          </a:stretch>
        </p:blipFill>
        <p:spPr>
          <a:xfrm>
            <a:off x="1285875" y="2054275"/>
            <a:ext cx="2104951" cy="785813"/>
          </a:xfrm>
          <a:prstGeom prst="rect">
            <a:avLst/>
          </a:prstGeom>
        </p:spPr>
      </p:pic>
      <p:sp>
        <p:nvSpPr>
          <p:cNvPr id="15" name="Text 7"/>
          <p:cNvSpPr/>
          <p:nvPr/>
        </p:nvSpPr>
        <p:spPr>
          <a:xfrm>
            <a:off x="1289447" y="2057846"/>
            <a:ext cx="2097807" cy="778669"/>
          </a:xfrm>
          <a:prstGeom prst="roundRect">
            <a:avLst>
              <a:gd name="adj" fmla="val 17125"/>
            </a:avLst>
          </a:prstGeom>
          <a:noFill/>
          <a:ln w="7144">
            <a:solidFill>
              <a:srgbClr val="C77DFF"/>
            </a:solidFill>
            <a:prstDash val="solid"/>
          </a:ln>
          <a:effectLst>
            <a:outerShdw blurRad="304800" dist="50800" dir="16200000" algn="bl" rotWithShape="0">
              <a:srgbClr val="9B51E0">
                <a:alpha val="18000"/>
              </a:srgbClr>
            </a:outerShdw>
          </a:effectLst>
        </p:spPr>
        <p:txBody>
          <a:bodyPr wrap="square" rtlCol="0" anchor="ctr"/>
          <a:lstStyle/>
          <a:p>
            <a:pPr marL="0" indent="0">
              <a:buNone/>
            </a:pPr>
            <a:endParaRPr lang="en-US" dirty="0"/>
          </a:p>
        </p:txBody>
      </p:sp>
      <p:sp>
        <p:nvSpPr>
          <p:cNvPr id="16" name="Text 8"/>
          <p:cNvSpPr/>
          <p:nvPr/>
        </p:nvSpPr>
        <p:spPr>
          <a:xfrm>
            <a:off x="2027477" y="2195364"/>
            <a:ext cx="621746" cy="358331"/>
          </a:xfrm>
          <a:prstGeom prst="rect">
            <a:avLst/>
          </a:prstGeom>
          <a:noFill/>
          <a:ln/>
        </p:spPr>
        <p:txBody>
          <a:bodyPr wrap="square" lIns="0" tIns="0" rIns="0" bIns="0" rtlCol="0" anchor="t">
            <a:normAutofit/>
          </a:bodyPr>
          <a:lstStyle/>
          <a:p>
            <a:pPr marL="0" indent="0" algn="ctr">
              <a:lnSpc>
                <a:spcPts val="2700"/>
              </a:lnSpc>
              <a:buNone/>
            </a:pPr>
            <a:r>
              <a:rPr lang="en-US" sz="2700" b="1" dirty="0">
                <a:solidFill>
                  <a:srgbClr val="C77DFF"/>
                </a:solidFill>
                <a:latin typeface="Liberation Sans Narrow" pitchFamily="34" charset="0"/>
                <a:ea typeface="Liberation Sans Narrow" pitchFamily="34" charset="-122"/>
                <a:cs typeface="Liberation Sans Narrow" pitchFamily="34" charset="-120"/>
              </a:rPr>
              <a:t>10</a:t>
            </a:r>
            <a:endParaRPr lang="en-US" sz="2700" dirty="0"/>
          </a:p>
        </p:txBody>
      </p:sp>
      <p:sp>
        <p:nvSpPr>
          <p:cNvPr id="17" name="Text 9"/>
          <p:cNvSpPr/>
          <p:nvPr/>
        </p:nvSpPr>
        <p:spPr>
          <a:xfrm>
            <a:off x="1672707" y="2581126"/>
            <a:ext cx="1331288" cy="137517"/>
          </a:xfrm>
          <a:prstGeom prst="rect">
            <a:avLst/>
          </a:prstGeom>
          <a:noFill/>
          <a:ln/>
        </p:spPr>
        <p:txBody>
          <a:bodyPr wrap="none" lIns="0" tIns="0" rIns="0" bIns="0" rtlCol="0" anchor="t"/>
          <a:lstStyle/>
          <a:p>
            <a:pPr marL="0" indent="0" algn="ctr">
              <a:lnSpc>
                <a:spcPts val="928"/>
              </a:lnSpc>
              <a:buNone/>
            </a:pPr>
            <a:r>
              <a:rPr lang="en-US" sz="800" kern="0" spc="111" dirty="0">
                <a:solidFill>
                  <a:srgbClr val="B8A9D9"/>
                </a:solidFill>
                <a:latin typeface="Courier New" pitchFamily="34" charset="0"/>
                <a:ea typeface="Courier New" pitchFamily="34" charset="-122"/>
                <a:cs typeface="Courier New" pitchFamily="34" charset="-120"/>
              </a:rPr>
              <a:t>CORE MENU FUNCTIONS</a:t>
            </a:r>
            <a:endParaRPr lang="en-US" sz="800" dirty="0"/>
          </a:p>
        </p:txBody>
      </p:sp>
      <p:pic>
        <p:nvPicPr>
          <p:cNvPr id="18" name="Image 6" descr="preencoded.png"/>
          <p:cNvPicPr>
            <a:picLocks noChangeAspect="1"/>
          </p:cNvPicPr>
          <p:nvPr/>
        </p:nvPicPr>
        <p:blipFill>
          <a:blip r:embed="rId7"/>
          <a:stretch>
            <a:fillRect/>
          </a:stretch>
        </p:blipFill>
        <p:spPr>
          <a:xfrm>
            <a:off x="3519413" y="2054275"/>
            <a:ext cx="2105062" cy="785813"/>
          </a:xfrm>
          <a:prstGeom prst="rect">
            <a:avLst/>
          </a:prstGeom>
        </p:spPr>
      </p:pic>
      <p:sp>
        <p:nvSpPr>
          <p:cNvPr id="19" name="Text 10"/>
          <p:cNvSpPr/>
          <p:nvPr/>
        </p:nvSpPr>
        <p:spPr>
          <a:xfrm>
            <a:off x="3522985" y="2057846"/>
            <a:ext cx="2097918" cy="778669"/>
          </a:xfrm>
          <a:prstGeom prst="roundRect">
            <a:avLst>
              <a:gd name="adj" fmla="val 17125"/>
            </a:avLst>
          </a:prstGeom>
          <a:noFill/>
          <a:ln w="7144">
            <a:solidFill>
              <a:srgbClr val="C77DFF"/>
            </a:solidFill>
            <a:prstDash val="solid"/>
          </a:ln>
          <a:effectLst>
            <a:outerShdw blurRad="304800" dist="50800" dir="16200000" algn="bl" rotWithShape="0">
              <a:srgbClr val="9B51E0">
                <a:alpha val="18000"/>
              </a:srgbClr>
            </a:outerShdw>
          </a:effectLst>
        </p:spPr>
        <p:txBody>
          <a:bodyPr wrap="square" rtlCol="0" anchor="ctr"/>
          <a:lstStyle/>
          <a:p>
            <a:pPr marL="0" indent="0">
              <a:buNone/>
            </a:pPr>
            <a:endParaRPr lang="en-US" dirty="0"/>
          </a:p>
        </p:txBody>
      </p:sp>
      <p:sp>
        <p:nvSpPr>
          <p:cNvPr id="20" name="Text 11"/>
          <p:cNvSpPr/>
          <p:nvPr/>
        </p:nvSpPr>
        <p:spPr>
          <a:xfrm>
            <a:off x="4261015" y="2195364"/>
            <a:ext cx="621746" cy="358331"/>
          </a:xfrm>
          <a:prstGeom prst="rect">
            <a:avLst/>
          </a:prstGeom>
          <a:noFill/>
          <a:ln/>
        </p:spPr>
        <p:txBody>
          <a:bodyPr wrap="square" lIns="0" tIns="0" rIns="0" bIns="0" rtlCol="0" anchor="t">
            <a:normAutofit/>
          </a:bodyPr>
          <a:lstStyle/>
          <a:p>
            <a:pPr marL="0" indent="0" algn="ctr">
              <a:lnSpc>
                <a:spcPts val="2700"/>
              </a:lnSpc>
              <a:buNone/>
            </a:pPr>
            <a:r>
              <a:rPr lang="en-US" sz="2700" b="1" dirty="0">
                <a:solidFill>
                  <a:srgbClr val="C77DFF"/>
                </a:solidFill>
                <a:latin typeface="Liberation Sans Narrow" pitchFamily="34" charset="0"/>
                <a:ea typeface="Liberation Sans Narrow" pitchFamily="34" charset="-122"/>
                <a:cs typeface="Liberation Sans Narrow" pitchFamily="34" charset="-120"/>
              </a:rPr>
              <a:t>24</a:t>
            </a:r>
            <a:endParaRPr lang="en-US" sz="2700" dirty="0"/>
          </a:p>
        </p:txBody>
      </p:sp>
      <p:sp>
        <p:nvSpPr>
          <p:cNvPr id="21" name="Text 12"/>
          <p:cNvSpPr/>
          <p:nvPr/>
        </p:nvSpPr>
        <p:spPr>
          <a:xfrm>
            <a:off x="3836138" y="2581126"/>
            <a:ext cx="1471500" cy="137517"/>
          </a:xfrm>
          <a:prstGeom prst="rect">
            <a:avLst/>
          </a:prstGeom>
          <a:noFill/>
          <a:ln/>
        </p:spPr>
        <p:txBody>
          <a:bodyPr wrap="none" lIns="0" tIns="0" rIns="0" bIns="0" rtlCol="0" anchor="t"/>
          <a:lstStyle/>
          <a:p>
            <a:pPr marL="0" indent="0" algn="ctr">
              <a:lnSpc>
                <a:spcPts val="928"/>
              </a:lnSpc>
              <a:buNone/>
            </a:pPr>
            <a:r>
              <a:rPr lang="en-US" sz="800" kern="0" spc="111" dirty="0">
                <a:solidFill>
                  <a:srgbClr val="B8A9D9"/>
                </a:solidFill>
                <a:latin typeface="Courier New" pitchFamily="34" charset="0"/>
                <a:ea typeface="Courier New" pitchFamily="34" charset="-122"/>
                <a:cs typeface="Courier New" pitchFamily="34" charset="-120"/>
              </a:rPr>
              <a:t>SIMULATED PLAY EVENTS</a:t>
            </a:r>
            <a:endParaRPr lang="en-US" sz="800" dirty="0"/>
          </a:p>
        </p:txBody>
      </p:sp>
      <p:pic>
        <p:nvPicPr>
          <p:cNvPr id="22" name="Image 7" descr="preencoded.png"/>
          <p:cNvPicPr>
            <a:picLocks noChangeAspect="1"/>
          </p:cNvPicPr>
          <p:nvPr/>
        </p:nvPicPr>
        <p:blipFill>
          <a:blip r:embed="rId7"/>
          <a:stretch>
            <a:fillRect/>
          </a:stretch>
        </p:blipFill>
        <p:spPr>
          <a:xfrm>
            <a:off x="5753063" y="2054275"/>
            <a:ext cx="2104951" cy="785813"/>
          </a:xfrm>
          <a:prstGeom prst="rect">
            <a:avLst/>
          </a:prstGeom>
        </p:spPr>
      </p:pic>
      <p:sp>
        <p:nvSpPr>
          <p:cNvPr id="23" name="Text 13"/>
          <p:cNvSpPr/>
          <p:nvPr/>
        </p:nvSpPr>
        <p:spPr>
          <a:xfrm>
            <a:off x="5756635" y="2057846"/>
            <a:ext cx="2097807" cy="778669"/>
          </a:xfrm>
          <a:prstGeom prst="roundRect">
            <a:avLst>
              <a:gd name="adj" fmla="val 17125"/>
            </a:avLst>
          </a:prstGeom>
          <a:noFill/>
          <a:ln w="7144">
            <a:solidFill>
              <a:srgbClr val="C77DFF"/>
            </a:solidFill>
            <a:prstDash val="solid"/>
          </a:ln>
          <a:effectLst>
            <a:outerShdw blurRad="304800" dist="50800" dir="16200000" algn="bl" rotWithShape="0">
              <a:srgbClr val="9B51E0">
                <a:alpha val="18000"/>
              </a:srgbClr>
            </a:outerShdw>
          </a:effectLst>
        </p:spPr>
        <p:txBody>
          <a:bodyPr wrap="square" rtlCol="0" anchor="ctr"/>
          <a:lstStyle/>
          <a:p>
            <a:pPr marL="0" indent="0">
              <a:buNone/>
            </a:pPr>
            <a:endParaRPr lang="en-US" dirty="0"/>
          </a:p>
        </p:txBody>
      </p:sp>
      <p:sp>
        <p:nvSpPr>
          <p:cNvPr id="24" name="Text 14"/>
          <p:cNvSpPr/>
          <p:nvPr/>
        </p:nvSpPr>
        <p:spPr>
          <a:xfrm>
            <a:off x="6620098" y="2195364"/>
            <a:ext cx="370881" cy="358331"/>
          </a:xfrm>
          <a:prstGeom prst="rect">
            <a:avLst/>
          </a:prstGeom>
          <a:noFill/>
          <a:ln/>
        </p:spPr>
        <p:txBody>
          <a:bodyPr wrap="square" lIns="0" tIns="0" rIns="0" bIns="0" rtlCol="0" anchor="t">
            <a:normAutofit/>
          </a:bodyPr>
          <a:lstStyle/>
          <a:p>
            <a:pPr marL="0" indent="0" algn="ctr">
              <a:lnSpc>
                <a:spcPts val="2700"/>
              </a:lnSpc>
              <a:buNone/>
            </a:pPr>
            <a:r>
              <a:rPr lang="en-US" sz="2700" b="1" dirty="0">
                <a:solidFill>
                  <a:srgbClr val="C77DFF"/>
                </a:solidFill>
                <a:latin typeface="Liberation Sans Narrow" pitchFamily="34" charset="0"/>
                <a:ea typeface="Liberation Sans Narrow" pitchFamily="34" charset="-122"/>
                <a:cs typeface="Liberation Sans Narrow" pitchFamily="34" charset="-120"/>
              </a:rPr>
              <a:t>2</a:t>
            </a:r>
            <a:endParaRPr lang="en-US" sz="2700" dirty="0"/>
          </a:p>
        </p:txBody>
      </p:sp>
      <p:sp>
        <p:nvSpPr>
          <p:cNvPr id="25" name="Text 15"/>
          <p:cNvSpPr/>
          <p:nvPr/>
        </p:nvSpPr>
        <p:spPr>
          <a:xfrm>
            <a:off x="5903082" y="2581126"/>
            <a:ext cx="1832058" cy="137517"/>
          </a:xfrm>
          <a:prstGeom prst="rect">
            <a:avLst/>
          </a:prstGeom>
          <a:noFill/>
          <a:ln/>
        </p:spPr>
        <p:txBody>
          <a:bodyPr wrap="square" lIns="0" tIns="0" rIns="0" bIns="0" rtlCol="0" anchor="t"/>
          <a:lstStyle/>
          <a:p>
            <a:pPr marL="0" indent="0" algn="ctr">
              <a:lnSpc>
                <a:spcPts val="928"/>
              </a:lnSpc>
              <a:buNone/>
            </a:pPr>
            <a:r>
              <a:rPr lang="en-US" sz="619" kern="0" spc="111" dirty="0">
                <a:solidFill>
                  <a:srgbClr val="B8A9D9"/>
                </a:solidFill>
                <a:latin typeface="Courier New" pitchFamily="34" charset="0"/>
                <a:ea typeface="Courier New" pitchFamily="34" charset="-122"/>
                <a:cs typeface="Courier New" pitchFamily="34" charset="-120"/>
              </a:rPr>
              <a:t>MODEL CLASSES (SONG, PLAYLIST)</a:t>
            </a:r>
            <a:endParaRPr lang="en-US" sz="619" dirty="0"/>
          </a:p>
        </p:txBody>
      </p:sp>
      <p:sp>
        <p:nvSpPr>
          <p:cNvPr id="26" name="Text 16"/>
          <p:cNvSpPr/>
          <p:nvPr/>
        </p:nvSpPr>
        <p:spPr>
          <a:xfrm>
            <a:off x="1285875" y="3011537"/>
            <a:ext cx="7858125" cy="164592"/>
          </a:xfrm>
          <a:prstGeom prst="rect">
            <a:avLst/>
          </a:prstGeom>
          <a:noFill/>
          <a:ln/>
        </p:spPr>
        <p:txBody>
          <a:bodyPr wrap="none" lIns="0" tIns="0" rIns="0" bIns="0" rtlCol="0" anchor="t"/>
          <a:lstStyle/>
          <a:p>
            <a:pPr marL="0" indent="0" algn="l">
              <a:lnSpc>
                <a:spcPts val="1097"/>
              </a:lnSpc>
              <a:buNone/>
            </a:pPr>
            <a:r>
              <a:rPr lang="en-US" sz="800" kern="0" spc="161" dirty="0">
                <a:solidFill>
                  <a:srgbClr val="FF8EC7"/>
                </a:solidFill>
                <a:latin typeface="Courier New" pitchFamily="34" charset="0"/>
                <a:ea typeface="Courier New" pitchFamily="34" charset="-122"/>
                <a:cs typeface="Courier New" pitchFamily="34" charset="-120"/>
              </a:rPr>
              <a:t>KEY TAKEAWAYS</a:t>
            </a:r>
            <a:endParaRPr lang="en-US" sz="800" dirty="0"/>
          </a:p>
        </p:txBody>
      </p:sp>
      <p:sp>
        <p:nvSpPr>
          <p:cNvPr id="27" name="Text 17"/>
          <p:cNvSpPr/>
          <p:nvPr/>
        </p:nvSpPr>
        <p:spPr>
          <a:xfrm>
            <a:off x="1285875" y="3207990"/>
            <a:ext cx="6572250" cy="721269"/>
          </a:xfrm>
          <a:prstGeom prst="rect">
            <a:avLst/>
          </a:prstGeom>
          <a:noFill/>
          <a:ln/>
        </p:spPr>
        <p:txBody>
          <a:bodyPr wrap="square" lIns="0" tIns="0" rIns="0" bIns="0" rtlCol="0" anchor="t"/>
          <a:lstStyle/>
          <a:p>
            <a:pPr marL="0" indent="0" algn="l">
              <a:lnSpc>
                <a:spcPts val="1223"/>
              </a:lnSpc>
              <a:buNone/>
            </a:pPr>
            <a:r>
              <a:rPr lang="en-US" sz="600" dirty="0">
                <a:solidFill>
                  <a:srgbClr val="F3EAFE"/>
                </a:solidFill>
                <a:latin typeface="Carlito" pitchFamily="34" charset="0"/>
                <a:ea typeface="Carlito" pitchFamily="34" charset="-122"/>
                <a:cs typeface="Carlito" pitchFamily="34" charset="-120"/>
              </a:rPr>
              <a:t>●  </a:t>
            </a:r>
            <a:r>
              <a:rPr lang="en-US" sz="844" dirty="0">
                <a:solidFill>
                  <a:srgbClr val="FF8EC7"/>
                </a:solidFill>
                <a:latin typeface="Carlito" pitchFamily="34" charset="0"/>
                <a:ea typeface="Carlito" pitchFamily="34" charset="-122"/>
                <a:cs typeface="Carlito" pitchFamily="34" charset="-120"/>
              </a:rPr>
              <a:t>Clean OOP</a:t>
            </a:r>
            <a:r>
              <a:rPr lang="en-US" sz="844" dirty="0">
                <a:solidFill>
                  <a:srgbClr val="F3EAFE"/>
                </a:solidFill>
                <a:latin typeface="Carlito" pitchFamily="34" charset="0"/>
                <a:ea typeface="Carlito" pitchFamily="34" charset="-122"/>
                <a:cs typeface="Carlito" pitchFamily="34" charset="-120"/>
              </a:rPr>
              <a:t> — Song and Playlist classes encapsulate data and behaviour, keeping the manager thin.</a:t>
            </a:r>
            <a:endParaRPr lang="en-US" sz="844" dirty="0"/>
          </a:p>
          <a:p>
            <a:pPr marL="0" indent="0" algn="l">
              <a:lnSpc>
                <a:spcPts val="1223"/>
              </a:lnSpc>
              <a:buNone/>
            </a:pPr>
            <a:r>
              <a:rPr lang="en-US" sz="600" dirty="0">
                <a:solidFill>
                  <a:srgbClr val="F3EAFE"/>
                </a:solidFill>
                <a:latin typeface="Carlito" pitchFamily="34" charset="0"/>
                <a:ea typeface="Carlito" pitchFamily="34" charset="-122"/>
                <a:cs typeface="Carlito" pitchFamily="34" charset="-120"/>
              </a:rPr>
              <a:t>●  </a:t>
            </a:r>
            <a:r>
              <a:rPr lang="en-US" sz="844" dirty="0">
                <a:solidFill>
                  <a:srgbClr val="FF8EC7"/>
                </a:solidFill>
                <a:latin typeface="Carlito" pitchFamily="34" charset="0"/>
                <a:ea typeface="Carlito" pitchFamily="34" charset="-122"/>
                <a:cs typeface="Carlito" pitchFamily="34" charset="-120"/>
              </a:rPr>
              <a:t>Real Analytics</a:t>
            </a:r>
            <a:r>
              <a:rPr lang="en-US" sz="844" dirty="0">
                <a:solidFill>
                  <a:srgbClr val="F3EAFE"/>
                </a:solidFill>
                <a:latin typeface="Carlito" pitchFamily="34" charset="0"/>
                <a:ea typeface="Carlito" pitchFamily="34" charset="-122"/>
                <a:cs typeface="Carlito" pitchFamily="34" charset="-120"/>
              </a:rPr>
              <a:t> — Per-playlist + global stats computed on demand from in-memory state.</a:t>
            </a:r>
            <a:endParaRPr lang="en-US" sz="844" dirty="0"/>
          </a:p>
          <a:p>
            <a:pPr marL="0" indent="0" algn="l">
              <a:lnSpc>
                <a:spcPts val="1223"/>
              </a:lnSpc>
              <a:buNone/>
            </a:pPr>
            <a:r>
              <a:rPr lang="en-US" sz="600" dirty="0">
                <a:solidFill>
                  <a:srgbClr val="F3EAFE"/>
                </a:solidFill>
                <a:latin typeface="Carlito" pitchFamily="34" charset="0"/>
                <a:ea typeface="Carlito" pitchFamily="34" charset="-122"/>
                <a:cs typeface="Carlito" pitchFamily="34" charset="-120"/>
              </a:rPr>
              <a:t>●  </a:t>
            </a:r>
            <a:r>
              <a:rPr lang="en-US" sz="844" dirty="0">
                <a:solidFill>
                  <a:srgbClr val="FF8EC7"/>
                </a:solidFill>
                <a:latin typeface="Carlito" pitchFamily="34" charset="0"/>
                <a:ea typeface="Carlito" pitchFamily="34" charset="-122"/>
                <a:cs typeface="Carlito" pitchFamily="34" charset="-120"/>
              </a:rPr>
              <a:t>Extensible</a:t>
            </a:r>
            <a:r>
              <a:rPr lang="en-US" sz="844" dirty="0">
                <a:solidFill>
                  <a:srgbClr val="F3EAFE"/>
                </a:solidFill>
                <a:latin typeface="Carlito" pitchFamily="34" charset="0"/>
                <a:ea typeface="Carlito" pitchFamily="34" charset="-122"/>
                <a:cs typeface="Carlito" pitchFamily="34" charset="-120"/>
              </a:rPr>
              <a:t> — Single-file design is easy to extend with persistence, GUI, or audio playback.</a:t>
            </a:r>
            <a:endParaRPr lang="en-US" sz="844" dirty="0"/>
          </a:p>
        </p:txBody>
      </p:sp>
      <p:sp>
        <p:nvSpPr>
          <p:cNvPr id="28" name="Text 18"/>
          <p:cNvSpPr/>
          <p:nvPr/>
        </p:nvSpPr>
        <p:spPr>
          <a:xfrm>
            <a:off x="3178679" y="4059882"/>
            <a:ext cx="2786531" cy="208312"/>
          </a:xfrm>
          <a:prstGeom prst="rect">
            <a:avLst/>
          </a:prstGeom>
          <a:noFill/>
          <a:ln/>
        </p:spPr>
        <p:txBody>
          <a:bodyPr wrap="square" lIns="0" tIns="0" rIns="0" bIns="0" rtlCol="0" anchor="t"/>
          <a:lstStyle/>
          <a:p>
            <a:pPr marL="0" indent="0" algn="ctr">
              <a:lnSpc>
                <a:spcPts val="1519"/>
              </a:lnSpc>
              <a:buNone/>
            </a:pPr>
            <a:r>
              <a:rPr lang="en-US" sz="1013" i="1" dirty="0">
                <a:solidFill>
                  <a:srgbClr val="FF8EC7"/>
                </a:solidFill>
                <a:latin typeface="Carlito" pitchFamily="34" charset="0"/>
                <a:ea typeface="Carlito" pitchFamily="34" charset="-122"/>
                <a:cs typeface="Carlito" pitchFamily="34" charset="-120"/>
              </a:rPr>
              <a:t>Built in Java. Demoed live. Ready for GitHub.</a:t>
            </a:r>
            <a:endParaRPr lang="en-US" sz="1013"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428625"/>
            <a:ext cx="1595485" cy="3000375"/>
          </a:xfrm>
          <a:prstGeom prst="rect">
            <a:avLst/>
          </a:prstGeom>
          <a:noFill/>
          <a:ln/>
        </p:spPr>
        <p:txBody>
          <a:bodyPr wrap="none" lIns="0" tIns="0" rIns="0" bIns="0" rtlCol="0" anchor="ctr"/>
          <a:lstStyle/>
          <a:p>
            <a:pPr marL="0" indent="0" algn="ctr">
              <a:buNone/>
            </a:pPr>
            <a:r>
              <a:rPr lang="en-US" sz="15750" dirty="0">
                <a:solidFill>
                  <a:srgbClr val="C77DFF">
                    <a:alpha val="7000"/>
                  </a:srgbClr>
                </a:solidFill>
                <a:latin typeface="Segoe UI Symbol" pitchFamily="34" charset="0"/>
                <a:ea typeface="Segoe UI Symbol" pitchFamily="34" charset="-122"/>
                <a:cs typeface="Segoe UI Symbol" pitchFamily="34" charset="-120"/>
              </a:rPr>
              <a:t>♪</a:t>
            </a:r>
            <a:endParaRPr lang="en-US" sz="15750" dirty="0"/>
          </a:p>
        </p:txBody>
      </p:sp>
      <p:sp>
        <p:nvSpPr>
          <p:cNvPr id="5" name="Text 1"/>
          <p:cNvSpPr/>
          <p:nvPr/>
        </p:nvSpPr>
        <p:spPr>
          <a:xfrm>
            <a:off x="7536656" y="-285750"/>
            <a:ext cx="1178719" cy="2357438"/>
          </a:xfrm>
          <a:prstGeom prst="rect">
            <a:avLst/>
          </a:prstGeom>
          <a:noFill/>
          <a:ln/>
        </p:spPr>
        <p:txBody>
          <a:bodyPr wrap="none" lIns="0" tIns="0" rIns="0" bIns="0" rtlCol="0" anchor="ctr"/>
          <a:lstStyle/>
          <a:p>
            <a:pPr marL="0" indent="0" algn="ctr">
              <a:buNone/>
            </a:pPr>
            <a:r>
              <a:rPr lang="en-US" sz="12375" dirty="0">
                <a:solidFill>
                  <a:srgbClr val="FF3D8B">
                    <a:alpha val="8000"/>
                  </a:srgbClr>
                </a:solidFill>
                <a:latin typeface="Segoe UI Symbol" pitchFamily="34" charset="0"/>
                <a:ea typeface="Segoe UI Symbol" pitchFamily="34" charset="-122"/>
                <a:cs typeface="Segoe UI Symbol" pitchFamily="34" charset="-120"/>
              </a:rPr>
              <a:t>♫</a:t>
            </a:r>
            <a:endParaRPr lang="en-US" sz="12375" dirty="0"/>
          </a:p>
        </p:txBody>
      </p:sp>
      <p:sp>
        <p:nvSpPr>
          <p:cNvPr id="6" name="Text 2"/>
          <p:cNvSpPr/>
          <p:nvPr/>
        </p:nvSpPr>
        <p:spPr>
          <a:xfrm>
            <a:off x="500063" y="3000375"/>
            <a:ext cx="1857375" cy="2143125"/>
          </a:xfrm>
          <a:prstGeom prst="rect">
            <a:avLst/>
          </a:prstGeom>
          <a:noFill/>
          <a:ln/>
        </p:spPr>
        <p:txBody>
          <a:bodyPr wrap="none" lIns="0" tIns="0" rIns="0" bIns="0" rtlCol="0" anchor="ctr"/>
          <a:lstStyle/>
          <a:p>
            <a:pPr marL="0" indent="0" algn="ctr">
              <a:buNone/>
            </a:pPr>
            <a:r>
              <a:rPr lang="en-US" sz="14625" dirty="0">
                <a:solidFill>
                  <a:srgbClr val="C77DFF">
                    <a:alpha val="7000"/>
                  </a:srgbClr>
                </a:solidFill>
                <a:latin typeface="Segoe UI Symbol" pitchFamily="34" charset="0"/>
                <a:ea typeface="Segoe UI Symbol" pitchFamily="34" charset="-122"/>
                <a:cs typeface="Segoe UI Symbol" pitchFamily="34" charset="-120"/>
              </a:rPr>
              <a:t>♩</a:t>
            </a:r>
            <a:endParaRPr lang="en-US" sz="14625" dirty="0"/>
          </a:p>
        </p:txBody>
      </p:sp>
      <p:sp>
        <p:nvSpPr>
          <p:cNvPr id="7" name="Text 3"/>
          <p:cNvSpPr/>
          <p:nvPr/>
        </p:nvSpPr>
        <p:spPr>
          <a:xfrm>
            <a:off x="7255907" y="2428875"/>
            <a:ext cx="1888093" cy="2714625"/>
          </a:xfrm>
          <a:prstGeom prst="rect">
            <a:avLst/>
          </a:prstGeom>
          <a:noFill/>
          <a:ln/>
        </p:spPr>
        <p:txBody>
          <a:bodyPr wrap="none" lIns="0" tIns="0" rIns="0" bIns="0" rtlCol="0" anchor="ctr"/>
          <a:lstStyle/>
          <a:p>
            <a:pPr marL="0" indent="0" algn="ctr">
              <a:buNone/>
            </a:pPr>
            <a:r>
              <a:rPr lang="en-US" sz="16875" dirty="0">
                <a:solidFill>
                  <a:srgbClr val="FF3D8B">
                    <a:alpha val="6000"/>
                  </a:srgbClr>
                </a:solidFill>
                <a:latin typeface="Segoe UI Symbol" pitchFamily="34" charset="0"/>
                <a:ea typeface="Segoe UI Symbol" pitchFamily="34" charset="-122"/>
                <a:cs typeface="Segoe UI Symbol" pitchFamily="34" charset="-120"/>
              </a:rPr>
              <a:t>♪</a:t>
            </a:r>
            <a:endParaRPr lang="en-US" sz="16875" dirty="0"/>
          </a:p>
        </p:txBody>
      </p:sp>
      <p:sp>
        <p:nvSpPr>
          <p:cNvPr id="8" name="Shape 4"/>
          <p:cNvSpPr/>
          <p:nvPr/>
        </p:nvSpPr>
        <p:spPr>
          <a:xfrm>
            <a:off x="3263466" y="4274195"/>
            <a:ext cx="0" cy="347811"/>
          </a:xfrm>
          <a:prstGeom prst="line">
            <a:avLst/>
          </a:prstGeom>
          <a:noFill/>
          <a:ln w="7144">
            <a:solidFill>
              <a:srgbClr val="C77DFF"/>
            </a:solidFill>
            <a:prstDash val="solid"/>
          </a:ln>
        </p:spPr>
        <p:txBody>
          <a:bodyPr/>
          <a:lstStyle/>
          <a:p>
            <a:endParaRPr lang="en-IN"/>
          </a:p>
        </p:txBody>
      </p:sp>
      <p:sp>
        <p:nvSpPr>
          <p:cNvPr id="9" name="Shape 5"/>
          <p:cNvSpPr/>
          <p:nvPr/>
        </p:nvSpPr>
        <p:spPr>
          <a:xfrm>
            <a:off x="5887566" y="4274195"/>
            <a:ext cx="0" cy="347811"/>
          </a:xfrm>
          <a:prstGeom prst="line">
            <a:avLst/>
          </a:prstGeom>
          <a:noFill/>
          <a:ln w="7144">
            <a:solidFill>
              <a:srgbClr val="C77DFF"/>
            </a:solidFill>
            <a:prstDash val="solid"/>
          </a:ln>
        </p:spPr>
        <p:txBody>
          <a:bodyPr/>
          <a:lstStyle/>
          <a:p>
            <a:endParaRPr lang="en-IN"/>
          </a:p>
        </p:txBody>
      </p:sp>
      <p:sp>
        <p:nvSpPr>
          <p:cNvPr id="10" name="Text 6"/>
          <p:cNvSpPr/>
          <p:nvPr/>
        </p:nvSpPr>
        <p:spPr>
          <a:xfrm>
            <a:off x="3487472" y="1166552"/>
            <a:ext cx="2169057" cy="164592"/>
          </a:xfrm>
          <a:prstGeom prst="rect">
            <a:avLst/>
          </a:prstGeom>
          <a:noFill/>
          <a:ln/>
        </p:spPr>
        <p:txBody>
          <a:bodyPr wrap="none" lIns="0" tIns="0" rIns="0" bIns="0" rtlCol="0" anchor="t"/>
          <a:lstStyle/>
          <a:p>
            <a:pPr marL="0" indent="0" algn="ctr">
              <a:lnSpc>
                <a:spcPts val="1181"/>
              </a:lnSpc>
              <a:buNone/>
            </a:pPr>
            <a:r>
              <a:rPr lang="en-US" sz="800" kern="0" spc="252" dirty="0">
                <a:solidFill>
                  <a:srgbClr val="FF8EC7"/>
                </a:solidFill>
                <a:latin typeface="Courier New" pitchFamily="34" charset="0"/>
                <a:ea typeface="Courier New" pitchFamily="34" charset="-122"/>
                <a:cs typeface="Courier New" pitchFamily="34" charset="-120"/>
              </a:rPr>
              <a:t>END OF PRESENTATION</a:t>
            </a:r>
            <a:endParaRPr lang="en-US" sz="800" dirty="0"/>
          </a:p>
        </p:txBody>
      </p:sp>
      <p:sp>
        <p:nvSpPr>
          <p:cNvPr id="11" name="Text 7"/>
          <p:cNvSpPr/>
          <p:nvPr/>
        </p:nvSpPr>
        <p:spPr>
          <a:xfrm>
            <a:off x="274320" y="1416583"/>
            <a:ext cx="8595360" cy="1080135"/>
          </a:xfrm>
          <a:prstGeom prst="rect">
            <a:avLst/>
          </a:prstGeom>
          <a:noFill/>
          <a:ln/>
        </p:spPr>
        <p:txBody>
          <a:bodyPr wrap="none" lIns="0" tIns="0" rIns="0" bIns="0" rtlCol="0" anchor="t"/>
          <a:lstStyle/>
          <a:p>
            <a:pPr marL="0" indent="0" algn="ctr">
              <a:lnSpc>
                <a:spcPts val="7875"/>
              </a:lnSpc>
              <a:buNone/>
            </a:pPr>
            <a:r>
              <a:rPr lang="en-US" sz="7875" kern="0" spc="315" dirty="0">
                <a:solidFill>
                  <a:srgbClr val="C77DFF"/>
                </a:solidFill>
                <a:latin typeface="Liberation Sans Narrow" pitchFamily="34" charset="0"/>
                <a:ea typeface="Liberation Sans Narrow" pitchFamily="34" charset="-122"/>
                <a:cs typeface="Liberation Sans Narrow" pitchFamily="34" charset="-120"/>
              </a:rPr>
              <a:t>Thank You</a:t>
            </a:r>
            <a:endParaRPr lang="en-US" sz="7875" dirty="0"/>
          </a:p>
        </p:txBody>
      </p:sp>
      <p:pic>
        <p:nvPicPr>
          <p:cNvPr id="12" name="Image 2" descr="preencoded.png"/>
          <p:cNvPicPr>
            <a:picLocks noChangeAspect="1"/>
          </p:cNvPicPr>
          <p:nvPr/>
        </p:nvPicPr>
        <p:blipFill>
          <a:blip r:embed="rId4"/>
          <a:stretch>
            <a:fillRect/>
          </a:stretch>
        </p:blipFill>
        <p:spPr>
          <a:xfrm>
            <a:off x="3929063" y="2573871"/>
            <a:ext cx="1285875" cy="28575"/>
          </a:xfrm>
          <a:prstGeom prst="rect">
            <a:avLst/>
          </a:prstGeom>
        </p:spPr>
      </p:pic>
      <p:sp>
        <p:nvSpPr>
          <p:cNvPr id="13" name="Text 8"/>
          <p:cNvSpPr/>
          <p:nvPr/>
        </p:nvSpPr>
        <p:spPr>
          <a:xfrm>
            <a:off x="3463033" y="2731033"/>
            <a:ext cx="2217933" cy="324041"/>
          </a:xfrm>
          <a:prstGeom prst="rect">
            <a:avLst/>
          </a:prstGeom>
          <a:noFill/>
          <a:ln/>
        </p:spPr>
        <p:txBody>
          <a:bodyPr wrap="none" lIns="0" tIns="0" rIns="0" bIns="0" rtlCol="0" anchor="t"/>
          <a:lstStyle/>
          <a:p>
            <a:pPr marL="0" indent="0" algn="ctr">
              <a:lnSpc>
                <a:spcPts val="2363"/>
              </a:lnSpc>
              <a:buNone/>
            </a:pPr>
            <a:r>
              <a:rPr lang="en-US" sz="1575" dirty="0">
                <a:solidFill>
                  <a:srgbClr val="B8A9D9"/>
                </a:solidFill>
                <a:latin typeface="Carlito" pitchFamily="34" charset="0"/>
                <a:ea typeface="Carlito" pitchFamily="34" charset="-122"/>
                <a:cs typeface="Carlito" pitchFamily="34" charset="-120"/>
              </a:rPr>
              <a:t>Questions &amp; Discussion</a:t>
            </a:r>
            <a:endParaRPr lang="en-US" sz="1575" dirty="0"/>
          </a:p>
        </p:txBody>
      </p:sp>
      <p:sp>
        <p:nvSpPr>
          <p:cNvPr id="14" name="Text 9"/>
          <p:cNvSpPr/>
          <p:nvPr/>
        </p:nvSpPr>
        <p:spPr>
          <a:xfrm>
            <a:off x="3743548" y="3147657"/>
            <a:ext cx="398376"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15" name="Text 10"/>
          <p:cNvSpPr/>
          <p:nvPr/>
        </p:nvSpPr>
        <p:spPr>
          <a:xfrm>
            <a:off x="3743548" y="3159658"/>
            <a:ext cx="398376"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JAVA</a:t>
            </a:r>
            <a:endParaRPr lang="en-US" sz="800" dirty="0"/>
          </a:p>
        </p:txBody>
      </p:sp>
      <p:sp>
        <p:nvSpPr>
          <p:cNvPr id="16" name="Text 11"/>
          <p:cNvSpPr/>
          <p:nvPr/>
        </p:nvSpPr>
        <p:spPr>
          <a:xfrm>
            <a:off x="4213361" y="3147657"/>
            <a:ext cx="345244"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17" name="Text 12"/>
          <p:cNvSpPr/>
          <p:nvPr/>
        </p:nvSpPr>
        <p:spPr>
          <a:xfrm>
            <a:off x="4213361" y="3159658"/>
            <a:ext cx="345244"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OOP</a:t>
            </a:r>
            <a:endParaRPr lang="en-US" sz="800" dirty="0"/>
          </a:p>
        </p:txBody>
      </p:sp>
      <p:sp>
        <p:nvSpPr>
          <p:cNvPr id="18" name="Text 13"/>
          <p:cNvSpPr/>
          <p:nvPr/>
        </p:nvSpPr>
        <p:spPr>
          <a:xfrm>
            <a:off x="4630043" y="3147657"/>
            <a:ext cx="770409" cy="224028"/>
          </a:xfrm>
          <a:prstGeom prst="roundRect">
            <a:avLst>
              <a:gd name="adj" fmla="val 4247449"/>
            </a:avLst>
          </a:prstGeom>
          <a:solidFill>
            <a:srgbClr val="C77DFF">
              <a:alpha val="12000"/>
            </a:srgbClr>
          </a:solidFill>
          <a:ln w="7144">
            <a:solidFill>
              <a:srgbClr val="C77DFF"/>
            </a:solidFill>
            <a:prstDash val="solid"/>
          </a:ln>
        </p:spPr>
        <p:txBody>
          <a:bodyPr wrap="square" rtlCol="0" anchor="ctr"/>
          <a:lstStyle/>
          <a:p>
            <a:pPr marL="0" indent="0">
              <a:buNone/>
            </a:pPr>
            <a:endParaRPr lang="en-US" dirty="0"/>
          </a:p>
        </p:txBody>
      </p:sp>
      <p:sp>
        <p:nvSpPr>
          <p:cNvPr id="19" name="Text 14"/>
          <p:cNvSpPr/>
          <p:nvPr/>
        </p:nvSpPr>
        <p:spPr>
          <a:xfrm>
            <a:off x="4609030" y="3159658"/>
            <a:ext cx="812434" cy="200025"/>
          </a:xfrm>
          <a:prstGeom prst="rect">
            <a:avLst/>
          </a:prstGeom>
          <a:noFill/>
          <a:ln/>
        </p:spPr>
        <p:txBody>
          <a:bodyPr wrap="none" lIns="0" tIns="0" rIns="0" bIns="0" rtlCol="0" anchor="ctr"/>
          <a:lstStyle/>
          <a:p>
            <a:pPr marL="0" indent="0" algn="ctr">
              <a:lnSpc>
                <a:spcPts val="1013"/>
              </a:lnSpc>
              <a:buNone/>
            </a:pPr>
            <a:r>
              <a:rPr lang="en-US" sz="800" kern="0" spc="81" dirty="0">
                <a:solidFill>
                  <a:srgbClr val="C77DFF"/>
                </a:solidFill>
                <a:latin typeface="Courier New" pitchFamily="34" charset="0"/>
                <a:ea typeface="Courier New" pitchFamily="34" charset="-122"/>
                <a:cs typeface="Courier New" pitchFamily="34" charset="-120"/>
              </a:rPr>
              <a:t>CONSOLE APP</a:t>
            </a:r>
            <a:endParaRPr lang="en-US" sz="800" dirty="0"/>
          </a:p>
        </p:txBody>
      </p:sp>
      <p:sp>
        <p:nvSpPr>
          <p:cNvPr id="20" name="Text 15"/>
          <p:cNvSpPr/>
          <p:nvPr/>
        </p:nvSpPr>
        <p:spPr>
          <a:xfrm>
            <a:off x="460772" y="4156323"/>
            <a:ext cx="8222456" cy="583555"/>
          </a:xfrm>
          <a:prstGeom prst="roundRect">
            <a:avLst>
              <a:gd name="adj" fmla="val 19587"/>
            </a:avLst>
          </a:prstGeom>
          <a:solidFill>
            <a:srgbClr val="FFFFFF">
              <a:alpha val="4000"/>
            </a:srgbClr>
          </a:solidFill>
          <a:ln w="7144">
            <a:solidFill>
              <a:srgbClr val="C77DFF"/>
            </a:solidFill>
            <a:prstDash val="solid"/>
          </a:ln>
        </p:spPr>
        <p:txBody>
          <a:bodyPr wrap="square" rtlCol="0" anchor="ctr"/>
          <a:lstStyle/>
          <a:p>
            <a:pPr marL="0" indent="0">
              <a:buNone/>
            </a:pPr>
            <a:endParaRPr lang="en-US" dirty="0"/>
          </a:p>
        </p:txBody>
      </p:sp>
      <p:sp>
        <p:nvSpPr>
          <p:cNvPr id="21" name="Text 16"/>
          <p:cNvSpPr/>
          <p:nvPr/>
        </p:nvSpPr>
        <p:spPr>
          <a:xfrm>
            <a:off x="635794" y="4302770"/>
            <a:ext cx="574470" cy="133302"/>
          </a:xfrm>
          <a:prstGeom prst="rect">
            <a:avLst/>
          </a:prstGeom>
          <a:noFill/>
          <a:ln/>
        </p:spPr>
        <p:txBody>
          <a:bodyPr wrap="none" lIns="0" tIns="0" rIns="0" bIns="0" rtlCol="0" anchor="t">
            <a:normAutofit/>
          </a:bodyPr>
          <a:lstStyle/>
          <a:p>
            <a:pPr marL="0" indent="0" algn="l">
              <a:lnSpc>
                <a:spcPts val="928"/>
              </a:lnSpc>
              <a:buNone/>
            </a:pPr>
            <a:r>
              <a:rPr lang="en-US" sz="800" kern="0" spc="136" dirty="0">
                <a:solidFill>
                  <a:srgbClr val="B8A9D9"/>
                </a:solidFill>
                <a:latin typeface="Courier New" pitchFamily="34" charset="0"/>
                <a:ea typeface="Courier New" pitchFamily="34" charset="-122"/>
                <a:cs typeface="Courier New" pitchFamily="34" charset="-120"/>
              </a:rPr>
              <a:t>PROJECT</a:t>
            </a:r>
            <a:endParaRPr lang="en-US" sz="800" dirty="0"/>
          </a:p>
        </p:txBody>
      </p:sp>
      <p:sp>
        <p:nvSpPr>
          <p:cNvPr id="22" name="Text 17"/>
          <p:cNvSpPr/>
          <p:nvPr/>
        </p:nvSpPr>
        <p:spPr>
          <a:xfrm>
            <a:off x="635794" y="4463504"/>
            <a:ext cx="1951114" cy="142548"/>
          </a:xfrm>
          <a:prstGeom prst="rect">
            <a:avLst/>
          </a:prstGeom>
          <a:noFill/>
          <a:ln/>
        </p:spPr>
        <p:txBody>
          <a:bodyPr wrap="square" lIns="0" tIns="0" rIns="0" bIns="0" rtlCol="0" anchor="t"/>
          <a:lstStyle/>
          <a:p>
            <a:pPr marL="0" indent="0" algn="l">
              <a:lnSpc>
                <a:spcPts val="1024"/>
              </a:lnSpc>
              <a:buNone/>
            </a:pPr>
            <a:r>
              <a:rPr lang="en-US" sz="788" dirty="0">
                <a:solidFill>
                  <a:srgbClr val="F3EAFE"/>
                </a:solidFill>
                <a:latin typeface="Carlito" pitchFamily="34" charset="0"/>
                <a:ea typeface="Carlito" pitchFamily="34" charset="-122"/>
                <a:cs typeface="Carlito" pitchFamily="34" charset="-120"/>
              </a:rPr>
              <a:t>Music Playlist &amp; Listening Stats Manager</a:t>
            </a:r>
            <a:endParaRPr lang="en-US" sz="788" dirty="0"/>
          </a:p>
        </p:txBody>
      </p:sp>
      <p:sp>
        <p:nvSpPr>
          <p:cNvPr id="23" name="Text 18"/>
          <p:cNvSpPr/>
          <p:nvPr/>
        </p:nvSpPr>
        <p:spPr>
          <a:xfrm>
            <a:off x="3409913" y="4302770"/>
            <a:ext cx="362188" cy="133302"/>
          </a:xfrm>
          <a:prstGeom prst="rect">
            <a:avLst/>
          </a:prstGeom>
          <a:noFill/>
          <a:ln/>
        </p:spPr>
        <p:txBody>
          <a:bodyPr wrap="none" lIns="0" tIns="0" rIns="0" bIns="0" rtlCol="0" anchor="t">
            <a:normAutofit/>
          </a:bodyPr>
          <a:lstStyle/>
          <a:p>
            <a:pPr marL="0" indent="0" algn="l">
              <a:lnSpc>
                <a:spcPts val="928"/>
              </a:lnSpc>
              <a:buNone/>
            </a:pPr>
            <a:r>
              <a:rPr lang="en-US" sz="800" kern="0" spc="136" dirty="0">
                <a:solidFill>
                  <a:srgbClr val="B8A9D9"/>
                </a:solidFill>
                <a:latin typeface="Courier New" pitchFamily="34" charset="0"/>
                <a:ea typeface="Courier New" pitchFamily="34" charset="-122"/>
                <a:cs typeface="Courier New" pitchFamily="34" charset="-120"/>
              </a:rPr>
              <a:t>SUBJECT CODE</a:t>
            </a:r>
            <a:endParaRPr lang="en-US" sz="800" dirty="0"/>
          </a:p>
        </p:txBody>
      </p:sp>
      <p:sp>
        <p:nvSpPr>
          <p:cNvPr id="24" name="Text 19"/>
          <p:cNvSpPr/>
          <p:nvPr/>
        </p:nvSpPr>
        <p:spPr>
          <a:xfrm>
            <a:off x="3409913" y="4463504"/>
            <a:ext cx="2301180" cy="129927"/>
          </a:xfrm>
          <a:prstGeom prst="rect">
            <a:avLst/>
          </a:prstGeom>
          <a:noFill/>
          <a:ln/>
        </p:spPr>
        <p:txBody>
          <a:bodyPr wrap="square" lIns="0" tIns="0" rIns="0" bIns="0" rtlCol="0" anchor="t"/>
          <a:lstStyle/>
          <a:p>
            <a:pPr marL="0" indent="0" algn="l">
              <a:lnSpc>
                <a:spcPts val="1024"/>
              </a:lnSpc>
              <a:buNone/>
            </a:pPr>
            <a:r>
              <a:rPr lang="en-US" sz="788" dirty="0">
                <a:solidFill>
                  <a:srgbClr val="F3EAFE"/>
                </a:solidFill>
                <a:latin typeface="Carlito" pitchFamily="34" charset="0"/>
                <a:ea typeface="Carlito" pitchFamily="34" charset="-122"/>
                <a:cs typeface="Carlito" pitchFamily="34" charset="-120"/>
              </a:rPr>
              <a:t>26SC1101E</a:t>
            </a:r>
            <a:endParaRPr lang="en-US" sz="788" dirty="0"/>
          </a:p>
        </p:txBody>
      </p:sp>
      <p:sp>
        <p:nvSpPr>
          <p:cNvPr id="25" name="Text 20"/>
          <p:cNvSpPr/>
          <p:nvPr/>
        </p:nvSpPr>
        <p:spPr>
          <a:xfrm>
            <a:off x="6034013" y="4302770"/>
            <a:ext cx="987267" cy="133302"/>
          </a:xfrm>
          <a:prstGeom prst="rect">
            <a:avLst/>
          </a:prstGeom>
          <a:noFill/>
          <a:ln/>
        </p:spPr>
        <p:txBody>
          <a:bodyPr wrap="none" lIns="0" tIns="0" rIns="0" bIns="0" rtlCol="0" anchor="t">
            <a:normAutofit/>
          </a:bodyPr>
          <a:lstStyle/>
          <a:p>
            <a:pPr marL="0" indent="0" algn="l">
              <a:lnSpc>
                <a:spcPts val="928"/>
              </a:lnSpc>
              <a:buNone/>
            </a:pPr>
            <a:endParaRPr lang="en-US" sz="800" dirty="0"/>
          </a:p>
        </p:txBody>
      </p:sp>
      <p:sp>
        <p:nvSpPr>
          <p:cNvPr id="26" name="Text 21"/>
          <p:cNvSpPr/>
          <p:nvPr/>
        </p:nvSpPr>
        <p:spPr>
          <a:xfrm>
            <a:off x="6034013" y="4463504"/>
            <a:ext cx="91440" cy="129927"/>
          </a:xfrm>
          <a:prstGeom prst="rect">
            <a:avLst/>
          </a:prstGeom>
          <a:noFill/>
          <a:ln/>
        </p:spPr>
        <p:txBody>
          <a:bodyPr wrap="square" lIns="0" tIns="0" rIns="0" bIns="0" rtlCol="0" anchor="t"/>
          <a:lstStyle/>
          <a:p>
            <a:pPr marL="0" indent="0" algn="l">
              <a:lnSpc>
                <a:spcPts val="1024"/>
              </a:lnSpc>
              <a:buNone/>
            </a:pPr>
            <a:r>
              <a:rPr lang="en-US" sz="800" dirty="0">
                <a:solidFill>
                  <a:srgbClr val="F3EAFE"/>
                </a:solidFill>
                <a:latin typeface="Carlito" pitchFamily="34" charset="0"/>
                <a:ea typeface="Carlito" pitchFamily="34" charset="-122"/>
                <a:cs typeface="Carlito" pitchFamily="34" charset="-120"/>
              </a:rPr>
              <a:t>]</a:t>
            </a:r>
            <a:endParaRPr lang="en-US" sz="800" dirty="0"/>
          </a:p>
        </p:txBody>
      </p:sp>
      <p:sp>
        <p:nvSpPr>
          <p:cNvPr id="27" name="Text 22"/>
          <p:cNvSpPr/>
          <p:nvPr/>
        </p:nvSpPr>
        <p:spPr>
          <a:xfrm>
            <a:off x="0" y="4897041"/>
            <a:ext cx="8636000" cy="164592"/>
          </a:xfrm>
          <a:prstGeom prst="rect">
            <a:avLst/>
          </a:prstGeom>
          <a:noFill/>
          <a:ln/>
        </p:spPr>
        <p:txBody>
          <a:bodyPr wrap="square" lIns="0" tIns="0" rIns="0" bIns="0" rtlCol="0" anchor="t"/>
          <a:lstStyle/>
          <a:p>
            <a:pPr marL="0" indent="0" algn="ctr">
              <a:lnSpc>
                <a:spcPts val="928"/>
              </a:lnSpc>
              <a:buNone/>
            </a:pPr>
            <a:r>
              <a:rPr lang="en-US" sz="800" kern="0" spc="136" dirty="0">
                <a:solidFill>
                  <a:srgbClr val="6C5B89"/>
                </a:solidFill>
                <a:latin typeface="Courier New" pitchFamily="34" charset="0"/>
                <a:ea typeface="Courier New" pitchFamily="34" charset="-122"/>
                <a:cs typeface="Courier New" pitchFamily="34" charset="-120"/>
              </a:rPr>
              <a:t>PRESS 0 IN THE APP TO EXIT • BUILT WITH OPENJDK 21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3334</Words>
  <Application>Microsoft Office PowerPoint</Application>
  <PresentationFormat>On-screen Show (16:9)</PresentationFormat>
  <Paragraphs>345</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Carlito</vt:lpstr>
      <vt:lpstr>Courier New</vt:lpstr>
      <vt:lpstr>Liberation Sans Narrow</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Boga Shashank</cp:lastModifiedBy>
  <cp:revision>1</cp:revision>
  <dcterms:created xsi:type="dcterms:W3CDTF">2026-09-30T10:24:53Z</dcterms:created>
  <dcterms:modified xsi:type="dcterms:W3CDTF">2026-09-30T16:25:33Z</dcterms:modified>
</cp:coreProperties>
</file>